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4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CENTRE SYMBOLS — ITERATIONS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the CM monogram with a combat-oriented symbol. Exploration only; no mark is endorsed.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987552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1783080" cy="17830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1751076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" y="30723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7A  CROSSED SWORDS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40080" y="32918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combat symbol — already the Combat Mindset icon on the Way Forward model.</a:t>
            </a:r>
            <a:endParaRPr lang="en-US" sz="740" dirty="0"/>
          </a:p>
        </p:txBody>
      </p:sp>
      <p:sp>
        <p:nvSpPr>
          <p:cNvPr id="17" name="Shape 12"/>
          <p:cNvSpPr/>
          <p:nvPr/>
        </p:nvSpPr>
        <p:spPr>
          <a:xfrm>
            <a:off x="3858768" y="987552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188720"/>
            <a:ext cx="1783080" cy="1783080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644" y="1751076"/>
            <a:ext cx="658368" cy="6583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95928" y="307238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  CROSSED TAIAHA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041648" y="32918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Ngāti Tūmatauenga — the Army's own weapon. Combat rooted in New Zealand warrior identity. [cultural consultation required]</a:t>
            </a:r>
            <a:endParaRPr lang="en-US" sz="740" dirty="0"/>
          </a:p>
        </p:txBody>
      </p:sp>
      <p:sp>
        <p:nvSpPr>
          <p:cNvPr id="22" name="Shape 15"/>
          <p:cNvSpPr/>
          <p:nvPr/>
        </p:nvSpPr>
        <p:spPr>
          <a:xfrm>
            <a:off x="457200" y="4087368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288536"/>
            <a:ext cx="1783080" cy="1783080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1076" y="4850892"/>
            <a:ext cx="658368" cy="6583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94360" y="617220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7C  SPEARHEAD</a:t>
            </a:r>
            <a:endParaRPr lang="en-US" sz="950" dirty="0"/>
          </a:p>
        </p:txBody>
      </p:sp>
      <p:sp>
        <p:nvSpPr>
          <p:cNvPr id="26" name="Text 17"/>
          <p:cNvSpPr/>
          <p:nvPr/>
        </p:nvSpPr>
        <p:spPr>
          <a:xfrm>
            <a:off x="640080" y="639165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of the spear — offensive spirit, momentum and the will to close with the enemy.</a:t>
            </a:r>
            <a:endParaRPr lang="en-US" sz="740" dirty="0"/>
          </a:p>
        </p:txBody>
      </p:sp>
      <p:sp>
        <p:nvSpPr>
          <p:cNvPr id="27" name="Shape 18"/>
          <p:cNvSpPr/>
          <p:nvPr/>
        </p:nvSpPr>
        <p:spPr>
          <a:xfrm>
            <a:off x="3858768" y="4087368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4288536"/>
            <a:ext cx="1783080" cy="178308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2644" y="4850892"/>
            <a:ext cx="658368" cy="6583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995928" y="617220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  AIMING POINT</a:t>
            </a:r>
            <a:endParaRPr lang="en-US" sz="950" dirty="0"/>
          </a:p>
        </p:txBody>
      </p:sp>
      <p:sp>
        <p:nvSpPr>
          <p:cNvPr id="31" name="Text 20"/>
          <p:cNvSpPr/>
          <p:nvPr/>
        </p:nvSpPr>
        <p:spPr>
          <a:xfrm>
            <a:off x="4041648" y="639165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pure reticle: one point of focus. Most minimal, most ownable, strongest tie to the roundel.</a:t>
            </a:r>
            <a:endParaRPr lang="en-US" sz="740" dirty="0"/>
          </a:p>
        </p:txBody>
      </p:sp>
      <p:sp>
        <p:nvSpPr>
          <p:cNvPr id="32" name="Shape 21"/>
          <p:cNvSpPr/>
          <p:nvPr/>
        </p:nvSpPr>
        <p:spPr>
          <a:xfrm>
            <a:off x="457200" y="7187184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8720" y="7388352"/>
            <a:ext cx="1783080" cy="1783080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1076" y="7950708"/>
            <a:ext cx="658368" cy="65836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94360" y="927201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7E  INNER FIRE</a:t>
            </a:r>
            <a:endParaRPr lang="en-US" sz="950" dirty="0"/>
          </a:p>
        </p:txBody>
      </p:sp>
      <p:sp>
        <p:nvSpPr>
          <p:cNvPr id="36" name="Text 23"/>
          <p:cNvSpPr/>
          <p:nvPr/>
        </p:nvSpPr>
        <p:spPr>
          <a:xfrm>
            <a:off x="640080" y="94914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warrior spirit that endures pressure — controlled, not extinguished.</a:t>
            </a:r>
            <a:endParaRPr lang="en-US" sz="740" dirty="0"/>
          </a:p>
        </p:txBody>
      </p:sp>
      <p:sp>
        <p:nvSpPr>
          <p:cNvPr id="37" name="Shape 24"/>
          <p:cNvSpPr/>
          <p:nvPr/>
        </p:nvSpPr>
        <p:spPr>
          <a:xfrm>
            <a:off x="3858768" y="7187184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0288" y="7388352"/>
            <a:ext cx="1783080" cy="1783080"/>
          </a:xfrm>
          <a:prstGeom prst="rect">
            <a:avLst/>
          </a:prstGeom>
        </p:spPr>
      </p:pic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52644" y="7950708"/>
            <a:ext cx="658368" cy="65836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3995928" y="927201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7F  DECISIVE STRIKE</a:t>
            </a:r>
            <a:endParaRPr lang="en-US" sz="950" dirty="0"/>
          </a:p>
        </p:txBody>
      </p:sp>
      <p:sp>
        <p:nvSpPr>
          <p:cNvPr id="41" name="Text 26"/>
          <p:cNvSpPr/>
          <p:nvPr/>
        </p:nvSpPr>
        <p:spPr>
          <a:xfrm>
            <a:off x="4041648" y="94914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violence of action — act decisively, rendered literally.</a:t>
            </a:r>
            <a:endParaRPr lang="en-US" sz="740" dirty="0"/>
          </a:p>
        </p:txBody>
      </p:sp>
      <p:sp>
        <p:nvSpPr>
          <p:cNvPr id="42" name="Text 27"/>
          <p:cNvSpPr/>
          <p:nvPr/>
        </p:nvSpPr>
        <p:spPr>
          <a:xfrm>
            <a:off x="457200" y="1017727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centre symbol must clear Defence heraldry and, where Māori design elements are used, appropriate cultural consultation, before adoption.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2026-07-27T08:40:33Z</dcterms:created>
  <dcterms:modified xsi:type="dcterms:W3CDTF">2026-07-27T08:40:33Z</dcterms:modified>
</cp:coreProperties>
</file>