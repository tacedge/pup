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731520" y="1810512"/>
            <a:ext cx="713232" cy="7132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810512"/>
            <a:ext cx="6647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95728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 Harder to kill.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3" name="Text 9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457200" y="3474720"/>
            <a:ext cx="6647688" cy="1097280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15" name="Shape 11"/>
          <p:cNvSpPr/>
          <p:nvPr/>
        </p:nvSpPr>
        <p:spPr>
          <a:xfrm>
            <a:off x="1952244" y="336499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952244" y="33649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803904"/>
            <a:ext cx="438912" cy="4389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19" name="Text 14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developed, organised and assured through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457200" y="5193792"/>
            <a:ext cx="6647688" cy="1024128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23" name="Shape 18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486400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57200" y="539496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COMBAT MINDSET FRAMEWORK</a:t>
            </a:r>
            <a:endParaRPr lang="en-US" sz="1750" dirty="0"/>
          </a:p>
        </p:txBody>
      </p:sp>
      <p:sp>
        <p:nvSpPr>
          <p:cNvPr id="27" name="Text 21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0" name="Shape 24"/>
          <p:cNvSpPr/>
          <p:nvPr/>
        </p:nvSpPr>
        <p:spPr>
          <a:xfrm>
            <a:off x="457200" y="6839712"/>
            <a:ext cx="6647688" cy="3438144"/>
          </a:xfrm>
          <a:prstGeom prst="rect">
            <a:avLst/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3" name="Shape 27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7" name="Text 31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8" name="Shape 32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4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1" name="Text 35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2" name="Shape 36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4" name="Text 38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5" name="Text 39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6" name="Shape 40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2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49" name="Text 43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0" name="Shape 44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2" name="Text 46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3" name="Text 47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2026-08-03T03:19:54Z</dcterms:created>
  <dcterms:modified xsi:type="dcterms:W3CDTF">2026-08-03T03:19:54Z</dcterms:modified>
</cp:coreProperties>
</file>