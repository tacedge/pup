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UP/2d4cec0e-a52e-5368-bb54-803c6f37698d/scratchpad/logo-trimm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1572768" cy="38039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822960"/>
            <a:ext cx="6647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NZ ARMY COMBAT MINDSET FRAMEWORK PROPOSAL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457200" y="1133856"/>
            <a:ext cx="6647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0026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Army Command School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4361688" y="10442448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August 2026</a:t>
            </a:r>
            <a:endParaRPr lang="en-US" sz="650" dirty="0"/>
          </a:p>
        </p:txBody>
      </p:sp>
      <p:sp>
        <p:nvSpPr>
          <p:cNvPr id="6" name="Shape 3"/>
          <p:cNvSpPr/>
          <p:nvPr/>
        </p:nvSpPr>
        <p:spPr>
          <a:xfrm>
            <a:off x="457200" y="1481328"/>
            <a:ext cx="6647688" cy="1371600"/>
          </a:xfrm>
          <a:prstGeom prst="roundRect">
            <a:avLst>
              <a:gd name="adj" fmla="val 5333"/>
            </a:avLst>
          </a:prstGeom>
          <a:solidFill>
            <a:srgbClr val="000000"/>
          </a:solidFill>
          <a:ln/>
        </p:spPr>
      </p:sp>
      <p:sp>
        <p:nvSpPr>
          <p:cNvPr id="7" name="Shape 4"/>
          <p:cNvSpPr/>
          <p:nvPr/>
        </p:nvSpPr>
        <p:spPr>
          <a:xfrm>
            <a:off x="2683764" y="1371600"/>
            <a:ext cx="2194560" cy="219456"/>
          </a:xfrm>
          <a:prstGeom prst="roundRect">
            <a:avLst>
              <a:gd name="adj" fmla="val 50000"/>
            </a:avLst>
          </a:prstGeom>
          <a:solidFill>
            <a:srgbClr val="D3114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683764" y="137160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1)  WARFIGHTING IMPERATIVE</a:t>
            </a:r>
            <a:endParaRPr lang="en-US" sz="78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1773936"/>
            <a:ext cx="749808" cy="74980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57200" y="1755648"/>
            <a:ext cx="6647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COMBAT MINDSET</a:t>
            </a:r>
            <a:endParaRPr lang="en-US" sz="3600" dirty="0"/>
          </a:p>
        </p:txBody>
      </p:sp>
      <p:sp>
        <p:nvSpPr>
          <p:cNvPr id="11" name="Text 7"/>
          <p:cNvSpPr/>
          <p:nvPr/>
        </p:nvSpPr>
        <p:spPr>
          <a:xfrm>
            <a:off x="457200" y="2304288"/>
            <a:ext cx="6647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Remain effective. Act decisively.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457200" y="2523744"/>
            <a:ext cx="6647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D311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Harder to kill.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457200" y="3236976"/>
            <a:ext cx="6647688" cy="1097280"/>
          </a:xfrm>
          <a:prstGeom prst="roundRect">
            <a:avLst>
              <a:gd name="adj" fmla="val 6667"/>
            </a:avLst>
          </a:prstGeom>
          <a:solidFill>
            <a:srgbClr val="00261B"/>
          </a:solidFill>
          <a:ln/>
        </p:spPr>
      </p:sp>
      <p:sp>
        <p:nvSpPr>
          <p:cNvPr id="14" name="Shape 10"/>
          <p:cNvSpPr/>
          <p:nvPr/>
        </p:nvSpPr>
        <p:spPr>
          <a:xfrm>
            <a:off x="2706624" y="3127248"/>
            <a:ext cx="2148840" cy="219456"/>
          </a:xfrm>
          <a:prstGeom prst="roundRect">
            <a:avLst>
              <a:gd name="adj" fmla="val 50000"/>
            </a:avLst>
          </a:prstGeom>
          <a:solidFill>
            <a:srgbClr val="00261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2706624" y="3127248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2)  ENABLING CAPABILITY</a:t>
            </a:r>
            <a:endParaRPr lang="en-US" sz="78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3511296"/>
            <a:ext cx="548640" cy="5486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57200" y="3474720"/>
            <a:ext cx="6647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UNDER PRESSURE</a:t>
            </a:r>
            <a:endParaRPr lang="en-US" sz="2250" dirty="0"/>
          </a:p>
        </p:txBody>
      </p:sp>
      <p:sp>
        <p:nvSpPr>
          <p:cNvPr id="18" name="Text 13"/>
          <p:cNvSpPr/>
          <p:nvPr/>
        </p:nvSpPr>
        <p:spPr>
          <a:xfrm>
            <a:off x="457200" y="3931920"/>
            <a:ext cx="6647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   •   Perform   •   Recover</a:t>
            </a:r>
            <a:endParaRPr lang="en-US" sz="950" dirty="0"/>
          </a:p>
        </p:txBody>
      </p:sp>
      <p:sp>
        <p:nvSpPr>
          <p:cNvPr id="19" name="Shape 14"/>
          <p:cNvSpPr/>
          <p:nvPr/>
        </p:nvSpPr>
        <p:spPr>
          <a:xfrm>
            <a:off x="457200" y="4718304"/>
            <a:ext cx="6647688" cy="1024128"/>
          </a:xfrm>
          <a:prstGeom prst="roundRect">
            <a:avLst>
              <a:gd name="adj" fmla="val 7143"/>
            </a:avLst>
          </a:prstGeom>
          <a:solidFill>
            <a:srgbClr val="444D06"/>
          </a:solidFill>
          <a:ln/>
        </p:spPr>
      </p:sp>
      <p:sp>
        <p:nvSpPr>
          <p:cNvPr id="20" name="Shape 15"/>
          <p:cNvSpPr/>
          <p:nvPr/>
        </p:nvSpPr>
        <p:spPr>
          <a:xfrm>
            <a:off x="2820924" y="4608576"/>
            <a:ext cx="1920240" cy="219456"/>
          </a:xfrm>
          <a:prstGeom prst="roundRect">
            <a:avLst>
              <a:gd name="adj" fmla="val 50000"/>
            </a:avLst>
          </a:prstGeom>
          <a:solidFill>
            <a:srgbClr val="444D0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2820924" y="4608576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3)  ORGANISING SYSTEM</a:t>
            </a:r>
            <a:endParaRPr lang="en-US" sz="780" dirty="0"/>
          </a:p>
        </p:txBody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956048"/>
            <a:ext cx="530352" cy="53035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457200" y="4882896"/>
            <a:ext cx="66476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COMBAT MINDSET FRAMEWORK</a:t>
            </a:r>
            <a:endParaRPr lang="en-US" sz="2250" dirty="0"/>
          </a:p>
        </p:txBody>
      </p:sp>
      <p:sp>
        <p:nvSpPr>
          <p:cNvPr id="24" name="Text 18"/>
          <p:cNvSpPr/>
          <p:nvPr/>
        </p:nvSpPr>
        <p:spPr>
          <a:xfrm>
            <a:off x="457200" y="5312664"/>
            <a:ext cx="6647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Governs, develops, delivers and assures Performance Under Pressure and Combat Mindset.</a:t>
            </a:r>
            <a:endParaRPr lang="en-US" sz="950" dirty="0"/>
          </a:p>
        </p:txBody>
      </p:sp>
      <p:sp>
        <p:nvSpPr>
          <p:cNvPr id="25" name="Shape 19"/>
          <p:cNvSpPr/>
          <p:nvPr/>
        </p:nvSpPr>
        <p:spPr>
          <a:xfrm>
            <a:off x="457200" y="6126480"/>
            <a:ext cx="6647688" cy="4151376"/>
          </a:xfrm>
          <a:prstGeom prst="roundRect">
            <a:avLst>
              <a:gd name="adj" fmla="val 1762"/>
            </a:avLst>
          </a:prstGeom>
          <a:solidFill>
            <a:srgbClr val="DFD8AD">
              <a:alpha val="28000"/>
            </a:srgbClr>
          </a:solidFill>
          <a:ln/>
        </p:spPr>
      </p:sp>
      <p:sp>
        <p:nvSpPr>
          <p:cNvPr id="26" name="Shape 20"/>
          <p:cNvSpPr/>
          <p:nvPr/>
        </p:nvSpPr>
        <p:spPr>
          <a:xfrm>
            <a:off x="2089404" y="6016752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00261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2089404" y="6016752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4)  FRAMEWORK DEVELOPMENT PROGRAMME</a:t>
            </a:r>
            <a:endParaRPr lang="en-US" sz="780" dirty="0"/>
          </a:p>
        </p:txBody>
      </p:sp>
      <p:sp>
        <p:nvSpPr>
          <p:cNvPr id="28" name="Shape 22"/>
          <p:cNvSpPr/>
          <p:nvPr/>
        </p:nvSpPr>
        <p:spPr>
          <a:xfrm>
            <a:off x="987552" y="6766560"/>
            <a:ext cx="0" cy="2962656"/>
          </a:xfrm>
          <a:prstGeom prst="line">
            <a:avLst/>
          </a:prstGeom>
          <a:noFill/>
          <a:ln w="19050">
            <a:solidFill>
              <a:srgbClr val="00261B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795528" y="6574536"/>
            <a:ext cx="384048" cy="384048"/>
          </a:xfrm>
          <a:prstGeom prst="ellipse">
            <a:avLst/>
          </a:prstGeom>
          <a:solidFill>
            <a:srgbClr val="00261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795528" y="6574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31" name="Text 25"/>
          <p:cNvSpPr/>
          <p:nvPr/>
        </p:nvSpPr>
        <p:spPr>
          <a:xfrm>
            <a:off x="1353312" y="658368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026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</a:t>
            </a:r>
            <a:endParaRPr lang="en-US" sz="1150" dirty="0"/>
          </a:p>
        </p:txBody>
      </p:sp>
      <p:sp>
        <p:nvSpPr>
          <p:cNvPr id="32" name="Text 26"/>
          <p:cNvSpPr/>
          <p:nvPr/>
        </p:nvSpPr>
        <p:spPr>
          <a:xfrm>
            <a:off x="3182112" y="6547104"/>
            <a:ext cx="3758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terminology, governance, roles and responsibilities.</a:t>
            </a:r>
            <a:endParaRPr lang="en-US" sz="860" dirty="0"/>
          </a:p>
        </p:txBody>
      </p:sp>
      <p:sp>
        <p:nvSpPr>
          <p:cNvPr id="33" name="Shape 27"/>
          <p:cNvSpPr/>
          <p:nvPr/>
        </p:nvSpPr>
        <p:spPr>
          <a:xfrm>
            <a:off x="795528" y="7315200"/>
            <a:ext cx="384048" cy="384048"/>
          </a:xfrm>
          <a:prstGeom prst="ellipse">
            <a:avLst/>
          </a:prstGeom>
          <a:solidFill>
            <a:srgbClr val="00261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795528" y="7315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35" name="Text 29"/>
          <p:cNvSpPr/>
          <p:nvPr/>
        </p:nvSpPr>
        <p:spPr>
          <a:xfrm>
            <a:off x="1353312" y="7324344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026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3182112" y="7287768"/>
            <a:ext cx="3758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 existing doctrine, products and delivery.</a:t>
            </a:r>
            <a:endParaRPr lang="en-US" sz="860" dirty="0"/>
          </a:p>
        </p:txBody>
      </p:sp>
      <p:sp>
        <p:nvSpPr>
          <p:cNvPr id="37" name="Shape 31"/>
          <p:cNvSpPr/>
          <p:nvPr/>
        </p:nvSpPr>
        <p:spPr>
          <a:xfrm>
            <a:off x="795528" y="8055864"/>
            <a:ext cx="384048" cy="384048"/>
          </a:xfrm>
          <a:prstGeom prst="ellipse">
            <a:avLst/>
          </a:prstGeom>
          <a:solidFill>
            <a:srgbClr val="00261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Text 32"/>
          <p:cNvSpPr/>
          <p:nvPr/>
        </p:nvSpPr>
        <p:spPr>
          <a:xfrm>
            <a:off x="795528" y="8055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39" name="Text 33"/>
          <p:cNvSpPr/>
          <p:nvPr/>
        </p:nvSpPr>
        <p:spPr>
          <a:xfrm>
            <a:off x="1353312" y="806500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026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</a:t>
            </a:r>
            <a:endParaRPr lang="en-US" sz="1150" dirty="0"/>
          </a:p>
        </p:txBody>
      </p:sp>
      <p:sp>
        <p:nvSpPr>
          <p:cNvPr id="40" name="Text 34"/>
          <p:cNvSpPr/>
          <p:nvPr/>
        </p:nvSpPr>
        <p:spPr>
          <a:xfrm>
            <a:off x="3182112" y="8028432"/>
            <a:ext cx="3758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 the Combat Mindset Framework, delivery system and outcomes.</a:t>
            </a:r>
            <a:endParaRPr lang="en-US" sz="860" dirty="0"/>
          </a:p>
        </p:txBody>
      </p:sp>
      <p:sp>
        <p:nvSpPr>
          <p:cNvPr id="41" name="Shape 35"/>
          <p:cNvSpPr/>
          <p:nvPr/>
        </p:nvSpPr>
        <p:spPr>
          <a:xfrm>
            <a:off x="795528" y="8796528"/>
            <a:ext cx="384048" cy="384048"/>
          </a:xfrm>
          <a:prstGeom prst="ellipse">
            <a:avLst/>
          </a:prstGeom>
          <a:solidFill>
            <a:srgbClr val="00261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2" name="Text 36"/>
          <p:cNvSpPr/>
          <p:nvPr/>
        </p:nvSpPr>
        <p:spPr>
          <a:xfrm>
            <a:off x="795528" y="8796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43" name="Text 37"/>
          <p:cNvSpPr/>
          <p:nvPr/>
        </p:nvSpPr>
        <p:spPr>
          <a:xfrm>
            <a:off x="1353312" y="880567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026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</a:t>
            </a:r>
            <a:endParaRPr lang="en-US" sz="1150" dirty="0"/>
          </a:p>
        </p:txBody>
      </p:sp>
      <p:sp>
        <p:nvSpPr>
          <p:cNvPr id="44" name="Text 38"/>
          <p:cNvSpPr/>
          <p:nvPr/>
        </p:nvSpPr>
        <p:spPr>
          <a:xfrm>
            <a:off x="3182112" y="8769096"/>
            <a:ext cx="3758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Refine the framework with key stakeholders and conduct bounded pilots.</a:t>
            </a:r>
            <a:endParaRPr lang="en-US" sz="860" dirty="0"/>
          </a:p>
        </p:txBody>
      </p:sp>
      <p:sp>
        <p:nvSpPr>
          <p:cNvPr id="45" name="Shape 39"/>
          <p:cNvSpPr/>
          <p:nvPr/>
        </p:nvSpPr>
        <p:spPr>
          <a:xfrm>
            <a:off x="795528" y="9537192"/>
            <a:ext cx="384048" cy="384048"/>
          </a:xfrm>
          <a:prstGeom prst="ellipse">
            <a:avLst/>
          </a:prstGeom>
          <a:solidFill>
            <a:srgbClr val="00261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6" name="Text 40"/>
          <p:cNvSpPr/>
          <p:nvPr/>
        </p:nvSpPr>
        <p:spPr>
          <a:xfrm>
            <a:off x="795528" y="9537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47" name="Text 41"/>
          <p:cNvSpPr/>
          <p:nvPr/>
        </p:nvSpPr>
        <p:spPr>
          <a:xfrm>
            <a:off x="1353312" y="9546336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026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</a:t>
            </a:r>
            <a:endParaRPr lang="en-US" sz="1150" dirty="0"/>
          </a:p>
        </p:txBody>
      </p:sp>
      <p:sp>
        <p:nvSpPr>
          <p:cNvPr id="48" name="Text 42"/>
          <p:cNvSpPr/>
          <p:nvPr/>
        </p:nvSpPr>
        <p:spPr>
          <a:xfrm>
            <a:off x="3182112" y="9509760"/>
            <a:ext cx="3758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 the framework for approval and implementation.</a:t>
            </a:r>
            <a:endParaRPr lang="en-US" sz="86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Army Command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NZ Army Combat Mindset Framework Proposal</dc:title>
  <dc:subject>NZ Army Combat Mindset Framework Proposal</dc:subject>
  <dc:creator>PptxGenJS</dc:creator>
  <cp:lastModifiedBy>PptxGenJS</cp:lastModifiedBy>
  <cp:revision>9</cp:revision>
  <dcterms:created xsi:type="dcterms:W3CDTF">2026-08-06T02:43:41Z</dcterms:created>
  <dcterms:modified xsi:type="dcterms:W3CDTF">2026-08-06T02:43:41Z</dcterms:modified>
</cp:coreProperties>
</file>