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THE WAY FORWARD</a:t>
            </a:r>
            <a:endParaRPr lang="en-US" sz="1550" dirty="0"/>
          </a:p>
        </p:txBody>
      </p:sp>
      <p:sp>
        <p:nvSpPr>
          <p:cNvPr id="4" name="Text 1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647688" cy="14264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932688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932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389888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389888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700" dirty="0"/>
          </a:p>
        </p:txBody>
      </p:sp>
      <p:sp>
        <p:nvSpPr>
          <p:cNvPr id="11" name="Text 7"/>
          <p:cNvSpPr/>
          <p:nvPr/>
        </p:nvSpPr>
        <p:spPr>
          <a:xfrm>
            <a:off x="457200" y="201168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59689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271576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57200" y="3127248"/>
            <a:ext cx="6647688" cy="11338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3017520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30175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74720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38328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457200" y="384048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438912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450799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919472"/>
            <a:ext cx="6647688" cy="104241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480974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48097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230368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51206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750" dirty="0"/>
          </a:p>
        </p:txBody>
      </p:sp>
      <p:sp>
        <p:nvSpPr>
          <p:cNvPr id="27" name="Text 21"/>
          <p:cNvSpPr/>
          <p:nvPr/>
        </p:nvSpPr>
        <p:spPr>
          <a:xfrm>
            <a:off x="457200" y="5522976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 rot="10800000">
            <a:off x="3717036" y="6089904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9" name="Text 23"/>
          <p:cNvSpPr/>
          <p:nvPr/>
        </p:nvSpPr>
        <p:spPr>
          <a:xfrm>
            <a:off x="2043684" y="62087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57200" y="6729984"/>
            <a:ext cx="6647688" cy="3401568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2089404" y="6620256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089404" y="66202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1024128" y="7296912"/>
            <a:ext cx="0" cy="241401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832104" y="71048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32104" y="7104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1389888" y="7059168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and govern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1389888" y="7287768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sponsorship, ownership and interim governance.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832104" y="770839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32104" y="7708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389888" y="7662672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1389888" y="7891272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Stocktake existing doctrine, products, delivery, evidence, ownership and assurance.</a:t>
            </a:r>
            <a:endParaRPr lang="en-US" sz="850" dirty="0"/>
          </a:p>
        </p:txBody>
      </p:sp>
      <p:sp>
        <p:nvSpPr>
          <p:cNvPr id="42" name="Shape 36"/>
          <p:cNvSpPr/>
          <p:nvPr/>
        </p:nvSpPr>
        <p:spPr>
          <a:xfrm>
            <a:off x="832104" y="831189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32104" y="8311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1389888" y="8266176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1389888" y="8494776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framework, delivery architecture, outcomes and product-recognition criteria.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832104" y="891540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832104" y="8915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1389888" y="886968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1389888" y="909828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stakeholders, training establishments and units.</a:t>
            </a:r>
            <a:endParaRPr lang="en-US" sz="850" dirty="0"/>
          </a:p>
        </p:txBody>
      </p:sp>
      <p:sp>
        <p:nvSpPr>
          <p:cNvPr id="50" name="Shape 44"/>
          <p:cNvSpPr/>
          <p:nvPr/>
        </p:nvSpPr>
        <p:spPr>
          <a:xfrm>
            <a:off x="832104" y="951890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832104" y="9518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1389888" y="9473184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and implement</a:t>
            </a:r>
            <a:endParaRPr lang="en-US" sz="1100" dirty="0"/>
          </a:p>
        </p:txBody>
      </p:sp>
      <p:sp>
        <p:nvSpPr>
          <p:cNvPr id="53" name="Text 47"/>
          <p:cNvSpPr/>
          <p:nvPr/>
        </p:nvSpPr>
        <p:spPr>
          <a:xfrm>
            <a:off x="1389888" y="9701784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Framework v1.0 and a prioritised implementation plan.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2026-08-03T02:55:03Z</dcterms:created>
  <dcterms:modified xsi:type="dcterms:W3CDTF">2026-08-03T02:55:03Z</dcterms:modified>
</cp:coreProperties>
</file>