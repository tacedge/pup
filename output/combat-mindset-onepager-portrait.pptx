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2706624" y="3364992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706624" y="336499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58384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Governs, develops, delivers and assures Performance Under Pressure and Combat Mindset.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oundRect">
            <a:avLst>
              <a:gd name="adj" fmla="val 2128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2026-08-05T08:04:53Z</dcterms:created>
  <dcterms:modified xsi:type="dcterms:W3CDTF">2026-08-05T08:04:53Z</dcterms:modified>
</cp:coreProperties>
</file>