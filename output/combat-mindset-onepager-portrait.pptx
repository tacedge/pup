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nz-ar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65760"/>
            <a:ext cx="1481328" cy="3382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841248"/>
            <a:ext cx="6428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 PROPOSAL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566928" y="1097280"/>
            <a:ext cx="4599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on a page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166360" y="1097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66928" y="1335024"/>
            <a:ext cx="6428232" cy="16459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572768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740" dirty="0"/>
          </a:p>
        </p:txBody>
      </p:sp>
      <p:sp>
        <p:nvSpPr>
          <p:cNvPr id="8" name="Shape 5"/>
          <p:cNvSpPr/>
          <p:nvPr/>
        </p:nvSpPr>
        <p:spPr>
          <a:xfrm>
            <a:off x="566928" y="1746504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6428232" cy="390285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823095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OUTCOME</a:t>
            </a:r>
            <a:endParaRPr lang="en-US" sz="740" dirty="0"/>
          </a:p>
        </p:txBody>
      </p:sp>
      <p:sp>
        <p:nvSpPr>
          <p:cNvPr id="11" name="Shape 7"/>
          <p:cNvSpPr/>
          <p:nvPr/>
        </p:nvSpPr>
        <p:spPr>
          <a:xfrm>
            <a:off x="566928" y="5996831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12" name="Shape 8"/>
          <p:cNvSpPr/>
          <p:nvPr/>
        </p:nvSpPr>
        <p:spPr>
          <a:xfrm>
            <a:off x="566928" y="6115703"/>
            <a:ext cx="6428232" cy="93268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566928" y="6115703"/>
            <a:ext cx="6428232" cy="9326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59536" y="6316871"/>
            <a:ext cx="5843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59536" y="6591191"/>
            <a:ext cx="5843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566928" y="7267847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DEVELOPMENT PROGRAMME</a:t>
            </a:r>
            <a:endParaRPr lang="en-US" sz="740" dirty="0"/>
          </a:p>
        </p:txBody>
      </p:sp>
      <p:sp>
        <p:nvSpPr>
          <p:cNvPr id="17" name="Shape 12"/>
          <p:cNvSpPr/>
          <p:nvPr/>
        </p:nvSpPr>
        <p:spPr>
          <a:xfrm>
            <a:off x="566928" y="7441583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7560455"/>
            <a:ext cx="6428232" cy="202030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66928" y="970877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node marks the point at which a phase output is committed. Phases may overlap, but each depends on the endorsed outputs of the one before it.</a:t>
            </a:r>
            <a:endParaRPr lang="en-US" sz="780" dirty="0"/>
          </a:p>
        </p:txBody>
      </p:sp>
      <p:sp>
        <p:nvSpPr>
          <p:cNvPr id="20" name="Shape 14"/>
          <p:cNvSpPr/>
          <p:nvPr/>
        </p:nvSpPr>
        <p:spPr>
          <a:xfrm>
            <a:off x="566928" y="10149840"/>
            <a:ext cx="6428232" cy="10973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21" name="Text 15"/>
          <p:cNvSpPr/>
          <p:nvPr/>
        </p:nvSpPr>
        <p:spPr>
          <a:xfrm>
            <a:off x="566928" y="102047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12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640" dirty="0"/>
          </a:p>
        </p:txBody>
      </p:sp>
      <p:sp>
        <p:nvSpPr>
          <p:cNvPr id="22" name="Text 16"/>
          <p:cNvSpPr/>
          <p:nvPr/>
        </p:nvSpPr>
        <p:spPr>
          <a:xfrm>
            <a:off x="5166360" y="1020470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 Army Combat Mindset Framework Proposal</dc:title>
  <dc:subject>NZ Army Combat Mindset Framework Proposal</dc:subject>
  <dc:creator>PptxGenJS</dc:creator>
  <cp:lastModifiedBy>PptxGenJS</cp:lastModifiedBy>
  <cp:revision>10</cp:revision>
  <dcterms:created xsi:type="dcterms:W3CDTF">2026-08-06T05:59:35Z</dcterms:created>
  <dcterms:modified xsi:type="dcterms:W3CDTF">2026-08-06T05:59:35Z</dcterms:modified>
</cp:coreProperties>
</file>