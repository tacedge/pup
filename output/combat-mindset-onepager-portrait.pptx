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261872" cy="3054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86384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FRAMEWORK PROPOSAL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442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361688" y="10442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6647688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2683764" y="1371600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C620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83764" y="1371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 WARFIGHTING IMPERATIVE</a:t>
            </a:r>
            <a:endParaRPr lang="en-US" sz="7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31520" y="1810512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1810512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457200" y="239572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 Harder to kill.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 rot="10800000">
            <a:off x="3717036" y="2962656"/>
            <a:ext cx="128016" cy="100584"/>
          </a:xfrm>
          <a:prstGeom prst="triangle">
            <a:avLst/>
          </a:prstGeom>
          <a:solidFill>
            <a:srgbClr val="002516"/>
          </a:solidFill>
          <a:ln/>
        </p:spPr>
      </p:sp>
      <p:sp>
        <p:nvSpPr>
          <p:cNvPr id="14" name="Text 10"/>
          <p:cNvSpPr/>
          <p:nvPr/>
        </p:nvSpPr>
        <p:spPr>
          <a:xfrm>
            <a:off x="2043684" y="30815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by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6647688" cy="1097280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16" name="Shape 12"/>
          <p:cNvSpPr/>
          <p:nvPr/>
        </p:nvSpPr>
        <p:spPr>
          <a:xfrm>
            <a:off x="1952244" y="3364992"/>
            <a:ext cx="3657600" cy="219456"/>
          </a:xfrm>
          <a:prstGeom prst="roundRect">
            <a:avLst>
              <a:gd name="adj" fmla="val 50000"/>
            </a:avLst>
          </a:prstGeom>
          <a:solidFill>
            <a:srgbClr val="0025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52244" y="3364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 ENABLING HUMAN-PERFORMANCE CAPABILITY</a:t>
            </a:r>
            <a:endParaRPr lang="en-US" sz="7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0390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3712464"/>
            <a:ext cx="664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457200" y="416966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  •   Perform   •   Recover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3717036" y="4681728"/>
            <a:ext cx="128016" cy="100584"/>
          </a:xfrm>
          <a:prstGeom prst="triangle">
            <a:avLst/>
          </a:prstGeom>
          <a:solidFill>
            <a:srgbClr val="002516"/>
          </a:solidFill>
          <a:ln/>
        </p:spPr>
      </p:sp>
      <p:sp>
        <p:nvSpPr>
          <p:cNvPr id="22" name="Text 17"/>
          <p:cNvSpPr/>
          <p:nvPr/>
        </p:nvSpPr>
        <p:spPr>
          <a:xfrm>
            <a:off x="2043684" y="480060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developed, organised and assured through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7200" y="5193792"/>
            <a:ext cx="6647688" cy="1024128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24" name="Shape 19"/>
          <p:cNvSpPr/>
          <p:nvPr/>
        </p:nvSpPr>
        <p:spPr>
          <a:xfrm>
            <a:off x="2820924" y="5084064"/>
            <a:ext cx="1920240" cy="219456"/>
          </a:xfrm>
          <a:prstGeom prst="roundRect">
            <a:avLst>
              <a:gd name="adj" fmla="val 50000"/>
            </a:avLst>
          </a:prstGeom>
          <a:solidFill>
            <a:srgbClr val="3A4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820924" y="50840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 ORGANISING SYSTEM</a:t>
            </a:r>
            <a:endParaRPr lang="en-US" sz="78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486400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7200" y="539496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ARMY COMBAT MINDSET FRAMEWORK</a:t>
            </a:r>
            <a:endParaRPr lang="en-US" sz="1750" dirty="0"/>
          </a:p>
        </p:txBody>
      </p:sp>
      <p:sp>
        <p:nvSpPr>
          <p:cNvPr id="28" name="Text 22"/>
          <p:cNvSpPr/>
          <p:nvPr/>
        </p:nvSpPr>
        <p:spPr>
          <a:xfrm>
            <a:off x="457200" y="5788152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Army system through which Combat Mindset is governed, developed, delivered and assured.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 rot="10800000">
            <a:off x="3717036" y="6327648"/>
            <a:ext cx="128016" cy="100584"/>
          </a:xfrm>
          <a:prstGeom prst="triangle">
            <a:avLst/>
          </a:prstGeom>
          <a:solidFill>
            <a:srgbClr val="002516"/>
          </a:solidFill>
          <a:ln/>
        </p:spPr>
      </p:sp>
      <p:sp>
        <p:nvSpPr>
          <p:cNvPr id="30" name="Text 24"/>
          <p:cNvSpPr/>
          <p:nvPr/>
        </p:nvSpPr>
        <p:spPr>
          <a:xfrm>
            <a:off x="2043684" y="644652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through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57200" y="6839712"/>
            <a:ext cx="6647688" cy="3438144"/>
          </a:xfrm>
          <a:prstGeom prst="rect">
            <a:avLst/>
          </a:prstGeom>
          <a:solidFill>
            <a:srgbClr val="CDD2B7">
              <a:alpha val="28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2089404" y="6729984"/>
            <a:ext cx="3383280" cy="219456"/>
          </a:xfrm>
          <a:prstGeom prst="roundRect">
            <a:avLst>
              <a:gd name="adj" fmla="val 50000"/>
            </a:avLst>
          </a:prstGeom>
          <a:solidFill>
            <a:srgbClr val="0025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089404" y="6729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 FRAMEWORK DEVELOPMENT PROGRAMME</a:t>
            </a:r>
            <a:endParaRPr lang="en-US" sz="780" dirty="0"/>
          </a:p>
        </p:txBody>
      </p:sp>
      <p:sp>
        <p:nvSpPr>
          <p:cNvPr id="34" name="Shape 28"/>
          <p:cNvSpPr/>
          <p:nvPr/>
        </p:nvSpPr>
        <p:spPr>
          <a:xfrm>
            <a:off x="987552" y="7406640"/>
            <a:ext cx="0" cy="2596896"/>
          </a:xfrm>
          <a:prstGeom prst="line">
            <a:avLst/>
          </a:prstGeom>
          <a:noFill/>
          <a:ln w="19050">
            <a:solidFill>
              <a:srgbClr val="00251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95528" y="7214616"/>
            <a:ext cx="384048" cy="384048"/>
          </a:xfrm>
          <a:prstGeom prst="ellipse">
            <a:avLst/>
          </a:prstGeom>
          <a:solidFill>
            <a:srgbClr val="002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95528" y="7214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353312" y="7223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3182112" y="7187184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terminology, governance, roles and responsibilities.</a:t>
            </a:r>
            <a:endParaRPr lang="en-US" sz="860" dirty="0"/>
          </a:p>
        </p:txBody>
      </p:sp>
      <p:sp>
        <p:nvSpPr>
          <p:cNvPr id="39" name="Shape 33"/>
          <p:cNvSpPr/>
          <p:nvPr/>
        </p:nvSpPr>
        <p:spPr>
          <a:xfrm>
            <a:off x="795528" y="7863840"/>
            <a:ext cx="384048" cy="384048"/>
          </a:xfrm>
          <a:prstGeom prst="ellipse">
            <a:avLst/>
          </a:prstGeom>
          <a:solidFill>
            <a:srgbClr val="002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95528" y="7863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1353312" y="7872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3182112" y="7836408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existing doctrine, products, delivery and governance.</a:t>
            </a:r>
            <a:endParaRPr lang="en-US" sz="860" dirty="0"/>
          </a:p>
        </p:txBody>
      </p:sp>
      <p:sp>
        <p:nvSpPr>
          <p:cNvPr id="43" name="Shape 37"/>
          <p:cNvSpPr/>
          <p:nvPr/>
        </p:nvSpPr>
        <p:spPr>
          <a:xfrm>
            <a:off x="795528" y="8513064"/>
            <a:ext cx="384048" cy="384048"/>
          </a:xfrm>
          <a:prstGeom prst="ellipse">
            <a:avLst/>
          </a:prstGeom>
          <a:solidFill>
            <a:srgbClr val="002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95528" y="8513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1353312" y="8522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3182112" y="848563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the Combat Mindset Framework, delivery architecture and outcomes.</a:t>
            </a:r>
            <a:endParaRPr lang="en-US" sz="860" dirty="0"/>
          </a:p>
        </p:txBody>
      </p:sp>
      <p:sp>
        <p:nvSpPr>
          <p:cNvPr id="47" name="Shape 41"/>
          <p:cNvSpPr/>
          <p:nvPr/>
        </p:nvSpPr>
        <p:spPr>
          <a:xfrm>
            <a:off x="795528" y="9162288"/>
            <a:ext cx="384048" cy="384048"/>
          </a:xfrm>
          <a:prstGeom prst="ellipse">
            <a:avLst/>
          </a:prstGeom>
          <a:solidFill>
            <a:srgbClr val="002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95528" y="9162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1353312" y="9171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3182112" y="9134856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the framework with key stakeholders and conduct bounded pilots.</a:t>
            </a:r>
            <a:endParaRPr lang="en-US" sz="860" dirty="0"/>
          </a:p>
        </p:txBody>
      </p:sp>
      <p:sp>
        <p:nvSpPr>
          <p:cNvPr id="51" name="Shape 45"/>
          <p:cNvSpPr/>
          <p:nvPr/>
        </p:nvSpPr>
        <p:spPr>
          <a:xfrm>
            <a:off x="795528" y="9811512"/>
            <a:ext cx="384048" cy="384048"/>
          </a:xfrm>
          <a:prstGeom prst="ellipse">
            <a:avLst/>
          </a:prstGeom>
          <a:solidFill>
            <a:srgbClr val="002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95528" y="9811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1353312" y="98206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3182112" y="9784080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framework for approval and implementation.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Framework Proposal</dc:title>
  <dc:subject>Combat Mindset Framework Proposal</dc:subject>
  <dc:creator>PptxGenJS</dc:creator>
  <cp:lastModifiedBy>PptxGenJS</cp:lastModifiedBy>
  <cp:revision>9</cp:revision>
  <dcterms:created xsi:type="dcterms:W3CDTF">2026-08-03T03:14:26Z</dcterms:created>
  <dcterms:modified xsi:type="dcterms:W3CDTF">2026-08-03T03:14:26Z</dcterms:modified>
</cp:coreProperties>
</file>