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 PROPOSAL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57200" y="3236976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516"/>
          </a:solidFill>
          <a:ln/>
        </p:spPr>
      </p:sp>
      <p:sp>
        <p:nvSpPr>
          <p:cNvPr id="14" name="Shape 10"/>
          <p:cNvSpPr/>
          <p:nvPr/>
        </p:nvSpPr>
        <p:spPr>
          <a:xfrm>
            <a:off x="2706624" y="3127248"/>
            <a:ext cx="214884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706624" y="312724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CAPABILITY</a:t>
            </a:r>
            <a:endParaRPr lang="en-US" sz="78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511296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" y="3474720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18" name="Text 13"/>
          <p:cNvSpPr/>
          <p:nvPr/>
        </p:nvSpPr>
        <p:spPr>
          <a:xfrm>
            <a:off x="457200" y="3931920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57200" y="4718304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3A4B00"/>
          </a:solidFill>
          <a:ln/>
        </p:spPr>
      </p:sp>
      <p:sp>
        <p:nvSpPr>
          <p:cNvPr id="20" name="Shape 15"/>
          <p:cNvSpPr/>
          <p:nvPr/>
        </p:nvSpPr>
        <p:spPr>
          <a:xfrm>
            <a:off x="2820924" y="4608576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2820924" y="46085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956048"/>
            <a:ext cx="530352" cy="53035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57200" y="4882896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4" name="Text 18"/>
          <p:cNvSpPr/>
          <p:nvPr/>
        </p:nvSpPr>
        <p:spPr>
          <a:xfrm>
            <a:off x="457200" y="5312664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Governs, develops, delivers and assures Performance Under Pressure and Combat Mindset.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6126480"/>
            <a:ext cx="6647688" cy="4151376"/>
          </a:xfrm>
          <a:prstGeom prst="roundRect">
            <a:avLst>
              <a:gd name="adj" fmla="val 1762"/>
            </a:avLst>
          </a:prstGeom>
          <a:solidFill>
            <a:srgbClr val="CDD2B7">
              <a:alpha val="28000"/>
            </a:srgbClr>
          </a:solidFill>
          <a:ln/>
        </p:spPr>
      </p:sp>
      <p:sp>
        <p:nvSpPr>
          <p:cNvPr id="26" name="Shape 20"/>
          <p:cNvSpPr/>
          <p:nvPr/>
        </p:nvSpPr>
        <p:spPr>
          <a:xfrm>
            <a:off x="2089404" y="601675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089404" y="60167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28" name="Shape 22"/>
          <p:cNvSpPr/>
          <p:nvPr/>
        </p:nvSpPr>
        <p:spPr>
          <a:xfrm>
            <a:off x="987552" y="6766560"/>
            <a:ext cx="0" cy="296265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95528" y="657453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95528" y="6574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353312" y="6583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3182112" y="654710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3" name="Shape 27"/>
          <p:cNvSpPr/>
          <p:nvPr/>
        </p:nvSpPr>
        <p:spPr>
          <a:xfrm>
            <a:off x="795528" y="731520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95528" y="7315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1353312" y="7324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3182112" y="728776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 and delivery.</a:t>
            </a:r>
            <a:endParaRPr lang="en-US" sz="860" dirty="0"/>
          </a:p>
        </p:txBody>
      </p:sp>
      <p:sp>
        <p:nvSpPr>
          <p:cNvPr id="37" name="Shape 31"/>
          <p:cNvSpPr/>
          <p:nvPr/>
        </p:nvSpPr>
        <p:spPr>
          <a:xfrm>
            <a:off x="795528" y="80558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95528" y="8055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1353312" y="8065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3182112" y="80284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1" name="Shape 35"/>
          <p:cNvSpPr/>
          <p:nvPr/>
        </p:nvSpPr>
        <p:spPr>
          <a:xfrm>
            <a:off x="795528" y="879652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795528" y="8796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3" name="Text 37"/>
          <p:cNvSpPr/>
          <p:nvPr/>
        </p:nvSpPr>
        <p:spPr>
          <a:xfrm>
            <a:off x="1353312" y="88056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44" name="Text 38"/>
          <p:cNvSpPr/>
          <p:nvPr/>
        </p:nvSpPr>
        <p:spPr>
          <a:xfrm>
            <a:off x="3182112" y="876909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45" name="Shape 39"/>
          <p:cNvSpPr/>
          <p:nvPr/>
        </p:nvSpPr>
        <p:spPr>
          <a:xfrm>
            <a:off x="795528" y="953719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795528" y="9537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7" name="Text 41"/>
          <p:cNvSpPr/>
          <p:nvPr/>
        </p:nvSpPr>
        <p:spPr>
          <a:xfrm>
            <a:off x="1353312" y="9546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48" name="Text 42"/>
          <p:cNvSpPr/>
          <p:nvPr/>
        </p:nvSpPr>
        <p:spPr>
          <a:xfrm>
            <a:off x="3182112" y="950976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 Army Combat Mindset Framework Proposal</dc:title>
  <dc:subject>NZ Army Combat Mindset Framework Proposal</dc:subject>
  <dc:creator>PptxGenJS</dc:creator>
  <cp:lastModifiedBy>PptxGenJS</cp:lastModifiedBy>
  <cp:revision>9</cp:revision>
  <dcterms:created xsi:type="dcterms:W3CDTF">2026-08-05T22:05:45Z</dcterms:created>
  <dcterms:modified xsi:type="dcterms:W3CDTF">2026-08-05T22:05:45Z</dcterms:modified>
</cp:coreProperties>
</file>