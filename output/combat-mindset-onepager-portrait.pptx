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 PROPOSAL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731520" y="1773936"/>
            <a:ext cx="713232" cy="7132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 rot="10800000">
            <a:off x="3717036" y="2962656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2043684" y="308152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3474720"/>
            <a:ext cx="6647688" cy="1097280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16" name="Shape 12"/>
          <p:cNvSpPr/>
          <p:nvPr/>
        </p:nvSpPr>
        <p:spPr>
          <a:xfrm>
            <a:off x="1952244" y="336499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952244" y="33649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HUMAN-PERFORMANCE CAPABILITY</a:t>
            </a:r>
            <a:endParaRPr lang="en-US" sz="78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803904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7200" y="3712464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20" name="Text 15"/>
          <p:cNvSpPr/>
          <p:nvPr/>
        </p:nvSpPr>
        <p:spPr>
          <a:xfrm>
            <a:off x="457200" y="4169664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 rot="10800000">
            <a:off x="3717036" y="468172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2043684" y="480060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 through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57200" y="5193792"/>
            <a:ext cx="6647688" cy="1024128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24" name="Shape 19"/>
          <p:cNvSpPr/>
          <p:nvPr/>
        </p:nvSpPr>
        <p:spPr>
          <a:xfrm>
            <a:off x="2820924" y="508406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820924" y="50840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486400"/>
            <a:ext cx="402336" cy="40233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57200" y="539496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COMBAT MINDSET FRAMEWORK</a:t>
            </a:r>
            <a:endParaRPr lang="en-US" sz="1750" dirty="0"/>
          </a:p>
        </p:txBody>
      </p:sp>
      <p:sp>
        <p:nvSpPr>
          <p:cNvPr id="28" name="Text 22"/>
          <p:cNvSpPr/>
          <p:nvPr/>
        </p:nvSpPr>
        <p:spPr>
          <a:xfrm>
            <a:off x="457200" y="5788152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system through which Combat Mindset is governed, developed, delivered and assured.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 rot="10800000">
            <a:off x="3717036" y="632764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30" name="Text 24"/>
          <p:cNvSpPr/>
          <p:nvPr/>
        </p:nvSpPr>
        <p:spPr>
          <a:xfrm>
            <a:off x="2043684" y="644652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57200" y="6839712"/>
            <a:ext cx="6647688" cy="3438144"/>
          </a:xfrm>
          <a:prstGeom prst="rect">
            <a:avLst/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2089404" y="6729984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089404" y="67299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4" name="Shape 28"/>
          <p:cNvSpPr/>
          <p:nvPr/>
        </p:nvSpPr>
        <p:spPr>
          <a:xfrm>
            <a:off x="987552" y="7406640"/>
            <a:ext cx="0" cy="259689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95528" y="721461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95528" y="7214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1353312" y="7223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3182112" y="718718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9" name="Shape 33"/>
          <p:cNvSpPr/>
          <p:nvPr/>
        </p:nvSpPr>
        <p:spPr>
          <a:xfrm>
            <a:off x="795528" y="786384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795528" y="7863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5"/>
          <p:cNvSpPr/>
          <p:nvPr/>
        </p:nvSpPr>
        <p:spPr>
          <a:xfrm>
            <a:off x="1353312" y="78729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42" name="Text 36"/>
          <p:cNvSpPr/>
          <p:nvPr/>
        </p:nvSpPr>
        <p:spPr>
          <a:xfrm>
            <a:off x="3182112" y="783640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products, delivery and governance.</a:t>
            </a:r>
            <a:endParaRPr lang="en-US" sz="860" dirty="0"/>
          </a:p>
        </p:txBody>
      </p:sp>
      <p:sp>
        <p:nvSpPr>
          <p:cNvPr id="43" name="Shape 37"/>
          <p:cNvSpPr/>
          <p:nvPr/>
        </p:nvSpPr>
        <p:spPr>
          <a:xfrm>
            <a:off x="795528" y="851306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95528" y="8513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1353312" y="85222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6" name="Text 40"/>
          <p:cNvSpPr/>
          <p:nvPr/>
        </p:nvSpPr>
        <p:spPr>
          <a:xfrm>
            <a:off x="3182112" y="84856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7" name="Shape 41"/>
          <p:cNvSpPr/>
          <p:nvPr/>
        </p:nvSpPr>
        <p:spPr>
          <a:xfrm>
            <a:off x="795528" y="91622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795528" y="9162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Text 43"/>
          <p:cNvSpPr/>
          <p:nvPr/>
        </p:nvSpPr>
        <p:spPr>
          <a:xfrm>
            <a:off x="1353312" y="9171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50" name="Text 44"/>
          <p:cNvSpPr/>
          <p:nvPr/>
        </p:nvSpPr>
        <p:spPr>
          <a:xfrm>
            <a:off x="3182112" y="913485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51" name="Shape 45"/>
          <p:cNvSpPr/>
          <p:nvPr/>
        </p:nvSpPr>
        <p:spPr>
          <a:xfrm>
            <a:off x="795528" y="981151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6"/>
          <p:cNvSpPr/>
          <p:nvPr/>
        </p:nvSpPr>
        <p:spPr>
          <a:xfrm>
            <a:off x="795528" y="9811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3" name="Text 47"/>
          <p:cNvSpPr/>
          <p:nvPr/>
        </p:nvSpPr>
        <p:spPr>
          <a:xfrm>
            <a:off x="1353312" y="98206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182112" y="978408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Combat Mindset Framework Proposal</dc:title>
  <dc:subject>Combat Mindset Framework Proposal</dc:subject>
  <dc:creator>PptxGenJS</dc:creator>
  <cp:lastModifiedBy>PptxGenJS</cp:lastModifiedBy>
  <cp:revision>9</cp:revision>
  <dcterms:created xsi:type="dcterms:W3CDTF">2026-08-03T03:24:05Z</dcterms:created>
  <dcterms:modified xsi:type="dcterms:W3CDTF">2026-08-03T03:24:05Z</dcterms:modified>
</cp:coreProperties>
</file>