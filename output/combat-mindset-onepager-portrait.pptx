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2706624" y="3364992"/>
            <a:ext cx="214884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2706624" y="3364992"/>
            <a:ext cx="2148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Governs, develops, delivers and assures Performance Under Pressure and Combat Mindset.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 and delivery.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2026-08-05T08:24:54Z</dcterms:created>
  <dcterms:modified xsi:type="dcterms:W3CDTF">2026-08-05T08:24:54Z</dcterms:modified>
</cp:coreProperties>
</file>