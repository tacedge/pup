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46304"/>
            <a:ext cx="7562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UNCLASSIFIED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0" y="10387584"/>
            <a:ext cx="7562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UNCLASSIFIED</a:t>
            </a:r>
            <a:endParaRPr lang="en-US" sz="6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1125825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914400"/>
            <a:ext cx="6464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ZEALAND ARMY LEADERSHIP CENTRE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48640" y="1115568"/>
            <a:ext cx="6464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spc="100" kern="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NZALC MONTHLY OUTCOMES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48640" y="1554480"/>
            <a:ext cx="6464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spc="100" kern="0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2026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548640" y="2103120"/>
            <a:ext cx="6464808" cy="41148"/>
          </a:xfrm>
          <a:prstGeom prst="rect">
            <a:avLst/>
          </a:prstGeom>
          <a:solidFill>
            <a:srgbClr val="C62026"/>
          </a:solidFill>
          <a:ln w="12700">
            <a:solidFill>
              <a:srgbClr val="C6202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2286000"/>
            <a:ext cx="30495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50" kern="0" dirty="0">
                <a:solidFill>
                  <a:srgbClr val="A896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548640" y="2468880"/>
            <a:ext cx="30495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align the Centre around the outcomes that matter most this month: delivering our immediate commitments while deliberately improving how NZALC operates.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963924" y="2286000"/>
            <a:ext cx="30495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50" kern="0" dirty="0">
                <a:solidFill>
                  <a:srgbClr val="A896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END STATE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3963924" y="2468880"/>
            <a:ext cx="30495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31 October, NZALC will have delivered its priority training outputs to the required standard and made tangible progress toward stronger, more effective future delivery.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48640" y="3383280"/>
            <a:ext cx="3122676" cy="4526280"/>
          </a:xfrm>
          <a:prstGeom prst="roundRect">
            <a:avLst>
              <a:gd name="adj" fmla="val 2343"/>
            </a:avLst>
          </a:prstGeom>
          <a:solidFill>
            <a:srgbClr val="002516"/>
          </a:solidFill>
          <a:ln w="12700">
            <a:solidFill>
              <a:srgbClr val="002516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365760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04672" y="4224528"/>
            <a:ext cx="26106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THE BUSINESS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804672" y="4535424"/>
            <a:ext cx="26106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DD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the Centre's core outputs.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804672" y="4864608"/>
            <a:ext cx="2610612" cy="10973"/>
          </a:xfrm>
          <a:prstGeom prst="rect">
            <a:avLst/>
          </a:prstGeom>
          <a:solidFill>
            <a:srgbClr val="A89662"/>
          </a:solidFill>
          <a:ln w="12700">
            <a:solidFill>
              <a:srgbClr val="A89662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04672" y="50109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896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804672" y="5394960"/>
            <a:ext cx="26106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Leaders delivered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804672" y="5833872"/>
            <a:ext cx="26106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EF1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Lead Leaders course is delivered to the required standard, with all associated administration and reporting completed.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804672" y="63825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896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22" name="Text 18"/>
          <p:cNvSpPr/>
          <p:nvPr/>
        </p:nvSpPr>
        <p:spPr>
          <a:xfrm>
            <a:off x="804672" y="6766560"/>
            <a:ext cx="26106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Integrated Capability delivered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804672" y="7205472"/>
            <a:ext cx="26106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EF1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Lead Integrated Capability course is delivered to the required standard, with lessons and follow-up actions captured.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3890772" y="3383280"/>
            <a:ext cx="3122676" cy="4526280"/>
          </a:xfrm>
          <a:prstGeom prst="roundRect">
            <a:avLst>
              <a:gd name="adj" fmla="val 2343"/>
            </a:avLst>
          </a:prstGeom>
          <a:solidFill>
            <a:srgbClr val="EEF1E5"/>
          </a:solidFill>
          <a:ln w="12700">
            <a:solidFill>
              <a:srgbClr val="EEF1E5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6804" y="3657600"/>
            <a:ext cx="457200" cy="4572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146804" y="4224528"/>
            <a:ext cx="26106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THE BUSINESS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4146804" y="4535424"/>
            <a:ext cx="26106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the Centre stronger than it began the month.</a:t>
            </a:r>
            <a:endParaRPr lang="en-US" sz="850" dirty="0"/>
          </a:p>
        </p:txBody>
      </p:sp>
      <p:sp>
        <p:nvSpPr>
          <p:cNvPr id="28" name="Shape 23"/>
          <p:cNvSpPr/>
          <p:nvPr/>
        </p:nvSpPr>
        <p:spPr>
          <a:xfrm>
            <a:off x="4146804" y="4864608"/>
            <a:ext cx="2610612" cy="10973"/>
          </a:xfrm>
          <a:prstGeom prst="rect">
            <a:avLst/>
          </a:prstGeom>
          <a:solidFill>
            <a:srgbClr val="CDD2B7"/>
          </a:solidFill>
          <a:ln w="12700">
            <a:solidFill>
              <a:srgbClr val="CDD2B7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4146804" y="50109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896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30" name="Text 25"/>
          <p:cNvSpPr/>
          <p:nvPr/>
        </p:nvSpPr>
        <p:spPr>
          <a:xfrm>
            <a:off x="4146804" y="5394960"/>
            <a:ext cx="26106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data sheets redrafted</a:t>
            </a:r>
            <a:endParaRPr lang="en-US" sz="1250" dirty="0"/>
          </a:p>
        </p:txBody>
      </p:sp>
      <p:sp>
        <p:nvSpPr>
          <p:cNvPr id="31" name="Text 26"/>
          <p:cNvSpPr/>
          <p:nvPr/>
        </p:nvSpPr>
        <p:spPr>
          <a:xfrm>
            <a:off x="4146804" y="5833872"/>
            <a:ext cx="26106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 draft set of NZALC course data sheets has been reviewed, updated and prepared for endorsement.</a:t>
            </a:r>
            <a:endParaRPr lang="en-US" sz="850" dirty="0"/>
          </a:p>
        </p:txBody>
      </p:sp>
      <p:sp>
        <p:nvSpPr>
          <p:cNvPr id="32" name="Text 27"/>
          <p:cNvSpPr/>
          <p:nvPr/>
        </p:nvSpPr>
        <p:spPr>
          <a:xfrm>
            <a:off x="4146804" y="63825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896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33" name="Text 28"/>
          <p:cNvSpPr/>
          <p:nvPr/>
        </p:nvSpPr>
        <p:spPr>
          <a:xfrm>
            <a:off x="4146804" y="6766560"/>
            <a:ext cx="26106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Amendment pathway confirmed</a:t>
            </a:r>
            <a:endParaRPr lang="en-US" sz="1250" dirty="0"/>
          </a:p>
        </p:txBody>
      </p:sp>
      <p:sp>
        <p:nvSpPr>
          <p:cNvPr id="34" name="Text 29"/>
          <p:cNvSpPr/>
          <p:nvPr/>
        </p:nvSpPr>
        <p:spPr>
          <a:xfrm>
            <a:off x="4146804" y="7205472"/>
            <a:ext cx="26106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changes have been confirmed with the relevant stakeholders, with responsibilities and approval pathways clearly established.</a:t>
            </a:r>
            <a:endParaRPr lang="en-US" sz="850" dirty="0"/>
          </a:p>
        </p:txBody>
      </p:sp>
      <p:sp>
        <p:nvSpPr>
          <p:cNvPr id="35" name="Shape 30"/>
          <p:cNvSpPr/>
          <p:nvPr/>
        </p:nvSpPr>
        <p:spPr>
          <a:xfrm>
            <a:off x="548640" y="8311896"/>
            <a:ext cx="6464808" cy="0"/>
          </a:xfrm>
          <a:prstGeom prst="line">
            <a:avLst/>
          </a:prstGeom>
          <a:noFill/>
          <a:ln w="15875">
            <a:solidFill>
              <a:srgbClr val="A89662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1417320" y="8220456"/>
            <a:ext cx="128016" cy="182880"/>
          </a:xfrm>
          <a:prstGeom prst="chevron">
            <a:avLst/>
          </a:prstGeom>
          <a:solidFill>
            <a:srgbClr val="A89662"/>
          </a:solidFill>
          <a:ln w="12700">
            <a:solidFill>
              <a:srgbClr val="A89662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6016752" y="8220456"/>
            <a:ext cx="128016" cy="182880"/>
          </a:xfrm>
          <a:prstGeom prst="chevron">
            <a:avLst/>
          </a:prstGeom>
          <a:solidFill>
            <a:srgbClr val="A89662"/>
          </a:solidFill>
          <a:ln w="12700">
            <a:solidFill>
              <a:srgbClr val="A89662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1673352" y="8220456"/>
            <a:ext cx="128016" cy="182880"/>
          </a:xfrm>
          <a:prstGeom prst="chevron">
            <a:avLst/>
          </a:prstGeom>
          <a:solidFill>
            <a:srgbClr val="A89662"/>
          </a:solidFill>
          <a:ln w="12700">
            <a:solidFill>
              <a:srgbClr val="A89662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5760720" y="8220456"/>
            <a:ext cx="128016" cy="182880"/>
          </a:xfrm>
          <a:prstGeom prst="chevron">
            <a:avLst/>
          </a:prstGeom>
          <a:solidFill>
            <a:srgbClr val="A89662"/>
          </a:solidFill>
          <a:ln w="12700">
            <a:solidFill>
              <a:srgbClr val="A89662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1929384" y="8220456"/>
            <a:ext cx="128016" cy="182880"/>
          </a:xfrm>
          <a:prstGeom prst="chevron">
            <a:avLst/>
          </a:prstGeom>
          <a:solidFill>
            <a:srgbClr val="A89662"/>
          </a:solidFill>
          <a:ln w="12700">
            <a:solidFill>
              <a:srgbClr val="A89662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5504688" y="8220456"/>
            <a:ext cx="128016" cy="182880"/>
          </a:xfrm>
          <a:prstGeom prst="chevron">
            <a:avLst/>
          </a:prstGeom>
          <a:solidFill>
            <a:srgbClr val="A89662"/>
          </a:solidFill>
          <a:ln w="12700">
            <a:solidFill>
              <a:srgbClr val="A89662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2363724" y="8165592"/>
            <a:ext cx="28346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363724" y="816559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IMPROVEMENT</a:t>
            </a:r>
            <a:endParaRPr lang="en-US" sz="950" dirty="0"/>
          </a:p>
        </p:txBody>
      </p:sp>
      <p:sp>
        <p:nvSpPr>
          <p:cNvPr id="44" name="Shape 39"/>
          <p:cNvSpPr/>
          <p:nvPr/>
        </p:nvSpPr>
        <p:spPr>
          <a:xfrm>
            <a:off x="548640" y="8805672"/>
            <a:ext cx="6464808" cy="960120"/>
          </a:xfrm>
          <a:prstGeom prst="roundRect">
            <a:avLst>
              <a:gd name="adj" fmla="val 5714"/>
            </a:avLst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841248" y="8970264"/>
            <a:ext cx="5879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50" kern="0" dirty="0">
                <a:solidFill>
                  <a:srgbClr val="A896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MONTH-END TEST</a:t>
            </a:r>
            <a:endParaRPr lang="en-US" sz="700" dirty="0"/>
          </a:p>
        </p:txBody>
      </p:sp>
      <p:sp>
        <p:nvSpPr>
          <p:cNvPr id="46" name="Text 41"/>
          <p:cNvSpPr/>
          <p:nvPr/>
        </p:nvSpPr>
        <p:spPr>
          <a:xfrm>
            <a:off x="841248" y="9171432"/>
            <a:ext cx="5879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delivered what was required, and NZALC finishes the month stronger than it started.</a:t>
            </a:r>
            <a:endParaRPr lang="en-US" sz="1450" dirty="0"/>
          </a:p>
        </p:txBody>
      </p:sp>
      <p:sp>
        <p:nvSpPr>
          <p:cNvPr id="47" name="Text 42"/>
          <p:cNvSpPr/>
          <p:nvPr/>
        </p:nvSpPr>
        <p:spPr>
          <a:xfrm>
            <a:off x="548640" y="10168128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Zealand Army Leadership Centre  ·  Army Command School</a:t>
            </a:r>
            <a:endParaRPr lang="en-US" sz="650" dirty="0"/>
          </a:p>
        </p:txBody>
      </p:sp>
      <p:sp>
        <p:nvSpPr>
          <p:cNvPr id="48" name="Text 43"/>
          <p:cNvSpPr/>
          <p:nvPr/>
        </p:nvSpPr>
        <p:spPr>
          <a:xfrm>
            <a:off x="4270248" y="1016812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outcomes  ·  October 2026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NZALC Monthly Outcomes, October 2026</dc:title>
  <dc:subject>PptxGenJS Presentation</dc:subject>
  <dc:creator>PptxGenJS</dc:creator>
  <cp:lastModifiedBy>PptxGenJS</cp:lastModifiedBy>
  <cp:revision>1</cp:revision>
  <dcterms:created xsi:type="dcterms:W3CDTF">2026-09-17T04:30:45Z</dcterms:created>
  <dcterms:modified xsi:type="dcterms:W3CDTF">2026-09-17T04:30:45Z</dcterms:modified>
</cp:coreProperties>
</file>