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329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846F8-E23D-E940-A1EB-C39B138BDC15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37862-EED1-A945-B61D-0991E3614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33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3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lide_photos/title_co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0"/>
            <a:ext cx="4732020" cy="5143500"/>
          </a:xfrm>
          <a:prstGeom prst="rect">
            <a:avLst/>
          </a:prstGeom>
        </p:spPr>
      </p:pic>
      <p:pic>
        <p:nvPicPr>
          <p:cNvPr id="3" name="Image 1" descr="/home/claude/slide_photos/nz_army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"/>
            <a:ext cx="146304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7830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4572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the Mission.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48646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457200" y="731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  <p:extLst>
      <p:ext uri="{BB962C8B-B14F-4D97-AF65-F5344CB8AC3E}">
        <p14:creationId xmlns:p14="http://schemas.microsoft.com/office/powerpoint/2010/main" val="278967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Vision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support, educate and enable NZ Army Commanders.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maximise individual potential — so they succeed in garrison and win on operations.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COURAGE     COMMITMENT     COMRADESHIP     INTEGRITY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6052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significant shift in your career.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 longer responsible only for your own standards. You are responsible for the standards, performance and welfare of others — under pressure, in the field, and in garrison.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course is built around that transition.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1655064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03720" y="1700784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0" name="Text 50"/>
          <p:cNvSpPr/>
          <p:nvPr/>
        </p:nvSpPr>
        <p:spPr>
          <a:xfrm>
            <a:off x="6903720" y="1883664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FOCUS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2898648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1" name="Text 51"/>
          <p:cNvSpPr/>
          <p:nvPr/>
        </p:nvSpPr>
        <p:spPr>
          <a:xfrm>
            <a:off x="228600" y="3081528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OTHERS</a:t>
            </a:r>
          </a:p>
        </p:txBody>
      </p:sp>
      <p:sp>
        <p:nvSpPr>
          <p:cNvPr id="31" name="Text 2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C723F6-6CE7-860F-D213-D7A531F92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582" y="1127419"/>
            <a:ext cx="5102836" cy="3560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Two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931920" cy="73152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Sat</a:t>
            </a:r>
            <a:endParaRPr lang="en-US" sz="1200" dirty="0"/>
          </a:p>
        </p:txBody>
      </p:sp>
      <p:sp>
        <p:nvSpPr>
          <p:cNvPr id="9" name="Text 8"/>
          <p:cNvSpPr/>
          <p:nvPr/>
        </p:nvSpPr>
        <p:spPr>
          <a:xfrm>
            <a:off x="82296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Performance under pressure.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experience and practise leadership under physical and mental pressure.</a:t>
            </a:r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3931920" cy="7315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2064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Fri</a:t>
            </a:r>
            <a:endParaRPr lang="en-US" sz="1200" dirty="0"/>
          </a:p>
        </p:txBody>
      </p:sp>
      <p:sp>
        <p:nvSpPr>
          <p:cNvPr id="15" name="Text 14"/>
          <p:cNvSpPr/>
          <p:nvPr/>
        </p:nvSpPr>
        <p:spPr>
          <a:xfrm>
            <a:off x="512064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Self-awareness and leadership development.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process, understand and integrate what you have experienced into your development as leaders.</a:t>
            </a:r>
          </a:p>
        </p:txBody>
      </p:sp>
      <p:sp>
        <p:nvSpPr>
          <p:cNvPr id="16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EXPERIENCE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REFLECT &amp; UNDERSTAND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DEVELOP</a:t>
            </a:r>
          </a:p>
        </p:txBody>
      </p:sp>
      <p:sp>
        <p:nvSpPr>
          <p:cNvPr id="18" name="Text 16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0" name="Text 60"/>
          <p:cNvSpPr/>
          <p:nvPr/>
        </p:nvSpPr>
        <p:spPr>
          <a:xfrm>
            <a:off x="4389120" y="2788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→</a:t>
            </a:r>
          </a:p>
        </p:txBody>
      </p:sp>
      <p:sp>
        <p:nvSpPr>
          <p:cNvPr id="61" name="Shape 61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2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Domain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domains of leadership competency.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INTRAPERSONAL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behave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Self-control &amp; resilience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0604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INTERPERSONAL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5176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relate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sustain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lead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individuals &amp; teams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1228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think &amp; plan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Knowledge, management &amp; decision-making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COURSE COVERS WHICH DOMAINS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721608"/>
            <a:ext cx="4069080" cy="21945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4360" y="372160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032504"/>
            <a:ext cx="6172200" cy="21945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94360" y="4032504"/>
            <a:ext cx="5897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343400"/>
            <a:ext cx="8229600" cy="219456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94360" y="4343400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JNCO Course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ELDA Means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417320" y="1527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 by doing.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417320" y="2240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25877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pressure, with consequences.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41732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" y="33009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Growth, not assessment.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tough country, on your feet.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individual performance and resilience through small team leadership in a physically and mentally challenging environment.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testing you. We are developing you.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exposes leadership.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minimise the adverse effects of pressure on tasks and relationships — yours, and your team's.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Resilient leaders carry less risk. Resilient teams sustain output, morale and performance when others fall away.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1554480" cy="1554480"/>
          </a:xfrm>
          <a:prstGeom prst="ellipse">
            <a:avLst/>
          </a:prstGeom>
          <a:solidFill>
            <a:srgbClr val="B8252F">
              <a:alpha val="65000"/>
            </a:srgbClr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69280" y="2377440"/>
            <a:ext cx="1554480" cy="1554480"/>
          </a:xfrm>
          <a:prstGeom prst="ellipse">
            <a:avLst/>
          </a:prstGeom>
          <a:solidFill>
            <a:srgbClr val="1A1A1A">
              <a:alpha val="5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75120" y="2377440"/>
            <a:ext cx="1554480" cy="1554480"/>
          </a:xfrm>
          <a:prstGeom prst="ellipse">
            <a:avLst/>
          </a:prstGeom>
          <a:solidFill>
            <a:srgbClr val="1A1A1A">
              <a:alpha val="8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581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951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job: keep all three in play — especially when pressure is 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Prepare.  Perform.  Recover.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week you will understand and demonstrate how your actions and words can help — or hinder — team performance under pressure.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97480" cy="50292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a performance mindset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5029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– 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3192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the activity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2697480" cy="502920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Leadership Development Plan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Non-tactical close country navigation.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MT RICHARDSON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9260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training area</a:t>
            </a:r>
          </a:p>
        </p:txBody>
      </p:sp>
      <p:sp>
        <p:nvSpPr>
          <p:cNvPr id="8" name="Shape 6"/>
          <p:cNvSpPr/>
          <p:nvPr/>
        </p:nvSpPr>
        <p:spPr>
          <a:xfrm>
            <a:off x="347472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40 KM</a:t>
            </a:r>
          </a:p>
        </p:txBody>
      </p:sp>
      <p:sp>
        <p:nvSpPr>
          <p:cNvPr id="10" name="Text 8"/>
          <p:cNvSpPr/>
          <p:nvPr/>
        </p:nvSpPr>
        <p:spPr>
          <a:xfrm>
            <a:off x="3611880" y="1965960"/>
            <a:ext cx="13258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of movement</a:t>
            </a:r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6636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3,000 M</a:t>
            </a:r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1737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vertical gain</a:t>
            </a:r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and untracked terrain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country navigation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huts en-route — issue field kit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Food: ORP and gas cookers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FSMO + NZALC issue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Accommodation: Half shelter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Transport: Drivers provided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cookers &amp; torches only.    Missing kit? Tell DS now.    Leave no trace.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0" name="Shape 40"/>
          <p:cNvSpPr/>
          <p:nvPr/>
        </p:nvSpPr>
        <p:spPr>
          <a:xfrm>
            <a:off x="699516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41"/>
          <p:cNvSpPr/>
          <p:nvPr/>
        </p:nvSpPr>
        <p:spPr>
          <a:xfrm>
            <a:off x="713232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NIGHT</a:t>
            </a:r>
          </a:p>
        </p:txBody>
      </p:sp>
      <p:sp>
        <p:nvSpPr>
          <p:cNvPr id="42" name="Text 42"/>
          <p:cNvSpPr/>
          <p:nvPr/>
        </p:nvSpPr>
        <p:spPr>
          <a:xfrm>
            <a:off x="7132320" y="1965960"/>
            <a:ext cx="15544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travel required</a:t>
            </a:r>
          </a:p>
        </p:txBody>
      </p:sp>
      <p:sp>
        <p:nvSpPr>
          <p:cNvPr id="43" name="Text 4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SELF-SUPPORTED  /  SELF-LED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—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0900 – 1200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463040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Introduction. NZDF performance under pressure tools.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37944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8470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 – 1245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184708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2311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1245 – 1715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231136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Task, team and individual expectations. Gear issue and equipment check.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6151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1715 – 1840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2615184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Dinner. Individual prep.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0088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99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9992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to training area. Activity commences NLT 2100.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73152" cy="64008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— FAMILY CONTACT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emergency during the field phase: </a:t>
            </a: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Duty Phone — 027 441 4352.</a:t>
            </a: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Brief your family before Monday night.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Word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91440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 is not about whether you can carry a pack 40 kilometres.</a:t>
            </a:r>
          </a:p>
        </p:txBody>
      </p:sp>
      <p:sp>
        <p:nvSpPr>
          <p:cNvPr id="5" name="Text 4"/>
          <p:cNvSpPr/>
          <p:nvPr/>
        </p:nvSpPr>
        <p:spPr>
          <a:xfrm>
            <a:off x="914400" y="2011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It is about whether — when you are tired, cold, and the team is looking at you — your </a:t>
            </a:r>
            <a:r>
              <a:rPr lang="en-US" sz="2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actions and your words</a:t>
            </a: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lift the team or break it.</a:t>
            </a:r>
          </a:p>
        </p:txBody>
      </p:sp>
      <p:sp>
        <p:nvSpPr>
          <p:cNvPr id="6" name="Text 5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That is what we are here to develop.</a:t>
            </a:r>
          </a:p>
        </p:txBody>
      </p:sp>
      <p:sp>
        <p:nvSpPr>
          <p:cNvPr id="7" name="Text 6"/>
          <p:cNvSpPr/>
          <p:nvPr/>
        </p:nvSpPr>
        <p:spPr>
          <a:xfrm>
            <a:off x="457200" y="3840480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SELF.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TEAMS.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WIN THE MISSION.</a:t>
            </a:r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to you.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comments, concerns.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3383280"/>
            <a:ext cx="54864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 MANA MŌ AOTEAROA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FOR NEW ZEALAND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0" y="3291840"/>
            <a:ext cx="914400" cy="3657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</Words>
  <Application>Microsoft Office PowerPoint</Application>
  <PresentationFormat>On-screen Show (16:9)</PresentationFormat>
  <Paragraphs>203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Lead Teams</dc:title>
  <dc:subject>Lead Teams Course Introduction</dc:subject>
  <dc:creator>NZALC</dc:creator>
  <cp:lastModifiedBy>Michael Coom</cp:lastModifiedBy>
  <cp:revision>5</cp:revision>
  <dcterms:created xsi:type="dcterms:W3CDTF">2026-05-10T00:01:41Z</dcterms:created>
  <dcterms:modified xsi:type="dcterms:W3CDTF">2026-08-29T21:11:16Z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b8e62fd-8656-424e-8661-07f58c3c8081_Enabled">
    <vt:lpwstr>true</vt:lpwstr>
  </property>
  <property fmtid="{D5CDD505-2E9C-101B-9397-08002B2CF9AE}" pid="3" name="MSIP_Label_eb8e62fd-8656-424e-8661-07f58c3c8081_SetDate">
    <vt:lpwstr>2026-08-29T20:56:47Z</vt:lpwstr>
  </property>
  <property fmtid="{D5CDD505-2E9C-101B-9397-08002B2CF9AE}" pid="4" name="MSIP_Label_eb8e62fd-8656-424e-8661-07f58c3c8081_Method">
    <vt:lpwstr>Privileged</vt:lpwstr>
  </property>
  <property fmtid="{D5CDD505-2E9C-101B-9397-08002B2CF9AE}" pid="5" name="MSIP_Label_eb8e62fd-8656-424e-8661-07f58c3c8081_Name">
    <vt:lpwstr>UNCLASSIFIED</vt:lpwstr>
  </property>
  <property fmtid="{D5CDD505-2E9C-101B-9397-08002B2CF9AE}" pid="6" name="MSIP_Label_eb8e62fd-8656-424e-8661-07f58c3c8081_SiteId">
    <vt:lpwstr>5f93a2cf-4cc4-49d6-9ef9-d78a67690390</vt:lpwstr>
  </property>
  <property fmtid="{D5CDD505-2E9C-101B-9397-08002B2CF9AE}" pid="7" name="MSIP_Label_eb8e62fd-8656-424e-8661-07f58c3c8081_ActionId">
    <vt:lpwstr>af5e76c0-7710-4ab5-b4d9-b4efb826102c</vt:lpwstr>
  </property>
  <property fmtid="{D5CDD505-2E9C-101B-9397-08002B2CF9AE}" pid="8" name="MSIP_Label_eb8e62fd-8656-424e-8661-07f58c3c8081_ContentBits">
    <vt:lpwstr>3</vt:lpwstr>
  </property>
  <property fmtid="{D5CDD505-2E9C-101B-9397-08002B2CF9AE}" pid="9" name="MSIP_Label_eb8e62fd-8656-424e-8661-07f58c3c8081_Tag">
    <vt:lpwstr>10, 0, 1, 1</vt:lpwstr>
  </property>
  <property fmtid="{D5CDD505-2E9C-101B-9397-08002B2CF9AE}" pid="10" name="ClassificationContentMarkingFooterLocations">
    <vt:lpwstr>Office Theme:5</vt:lpwstr>
  </property>
  <property fmtid="{D5CDD505-2E9C-101B-9397-08002B2CF9AE}" pid="11" name="ClassificationContentMarkingFooterText">
    <vt:lpwstr>UNCLASSIFIED</vt:lpwstr>
  </property>
  <property fmtid="{D5CDD505-2E9C-101B-9397-08002B2CF9AE}" pid="12" name="ClassificationContentMarkingHeaderLocations">
    <vt:lpwstr>Office Theme:4</vt:lpwstr>
  </property>
  <property fmtid="{D5CDD505-2E9C-101B-9397-08002B2CF9AE}" pid="13" name="ClassificationContentMarkingHeaderText">
    <vt:lpwstr>UNCLASSIFIED</vt:lpwstr>
  </property>
</Properties>
</file>