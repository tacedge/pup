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572768" cy="380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22960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EMBLEM FAMILY OPTIONS  2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57200" y="1133856"/>
            <a:ext cx="6647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361688" y="10442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  CHEVRON    </a:t>
            </a:r>
            <a:pPr algn="l" indent="0" marL="0"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under pressure. Rank language every soldier reads; the red echo chevron is the follow-through.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2118360" cy="197510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28" y="1993392"/>
            <a:ext cx="1060704" cy="10607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" y="316382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530352" y="347472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symbol</a:t>
            </a:r>
            <a:endParaRPr lang="en-US" sz="660" dirty="0"/>
          </a:p>
        </p:txBody>
      </p:sp>
      <p:sp>
        <p:nvSpPr>
          <p:cNvPr id="11" name="Shape 7"/>
          <p:cNvSpPr/>
          <p:nvPr/>
        </p:nvSpPr>
        <p:spPr>
          <a:xfrm>
            <a:off x="2721864" y="1847088"/>
            <a:ext cx="2118360" cy="1975104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692" y="1993392"/>
            <a:ext cx="1060704" cy="10607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95016" y="316382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780" dirty="0"/>
          </a:p>
        </p:txBody>
      </p:sp>
      <p:sp>
        <p:nvSpPr>
          <p:cNvPr id="14" name="Text 9"/>
          <p:cNvSpPr/>
          <p:nvPr/>
        </p:nvSpPr>
        <p:spPr>
          <a:xfrm>
            <a:off x="2795016" y="347472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Prepare, Perform, Recover arcs</a:t>
            </a:r>
            <a:endParaRPr lang="en-US" sz="660" dirty="0"/>
          </a:p>
        </p:txBody>
      </p:sp>
      <p:sp>
        <p:nvSpPr>
          <p:cNvPr id="15" name="Shape 10"/>
          <p:cNvSpPr/>
          <p:nvPr/>
        </p:nvSpPr>
        <p:spPr>
          <a:xfrm>
            <a:off x="4986528" y="1847088"/>
            <a:ext cx="2118360" cy="1975104"/>
          </a:xfrm>
          <a:prstGeom prst="rect">
            <a:avLst/>
          </a:prstGeom>
          <a:solidFill>
            <a:srgbClr val="3A4B0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56" y="1993392"/>
            <a:ext cx="1060704" cy="10607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59680" y="316382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COMBAT MINDSET FRAMEWORK</a:t>
            </a:r>
            <a:endParaRPr lang="en-US" sz="780" dirty="0"/>
          </a:p>
        </p:txBody>
      </p:sp>
      <p:sp>
        <p:nvSpPr>
          <p:cNvPr id="18" name="Text 12"/>
          <p:cNvSpPr/>
          <p:nvPr/>
        </p:nvSpPr>
        <p:spPr>
          <a:xfrm>
            <a:off x="5059680" y="347472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organising grid</a:t>
            </a:r>
            <a:endParaRPr lang="en-US" sz="660" dirty="0"/>
          </a:p>
        </p:txBody>
      </p:sp>
      <p:sp>
        <p:nvSpPr>
          <p:cNvPr id="19" name="Text 13"/>
          <p:cNvSpPr/>
          <p:nvPr/>
        </p:nvSpPr>
        <p:spPr>
          <a:xfrm>
            <a:off x="457200" y="4133088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B  SOUTHERN CROSS    </a:t>
            </a:r>
            <a:pPr algn="l" indent="0" marL="0"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the New Zealand way. Navigation, identity and service under southern skies.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4498848"/>
            <a:ext cx="2118360" cy="197510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28" y="4645152"/>
            <a:ext cx="1060704" cy="10607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" y="581558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780" dirty="0"/>
          </a:p>
        </p:txBody>
      </p:sp>
      <p:sp>
        <p:nvSpPr>
          <p:cNvPr id="23" name="Text 16"/>
          <p:cNvSpPr/>
          <p:nvPr/>
        </p:nvSpPr>
        <p:spPr>
          <a:xfrm>
            <a:off x="530352" y="612648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symbol</a:t>
            </a:r>
            <a:endParaRPr lang="en-US" sz="660" dirty="0"/>
          </a:p>
        </p:txBody>
      </p:sp>
      <p:sp>
        <p:nvSpPr>
          <p:cNvPr id="24" name="Shape 17"/>
          <p:cNvSpPr/>
          <p:nvPr/>
        </p:nvSpPr>
        <p:spPr>
          <a:xfrm>
            <a:off x="2721864" y="4498848"/>
            <a:ext cx="2118360" cy="1975104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0692" y="4645152"/>
            <a:ext cx="1060704" cy="106070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95016" y="581558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780" dirty="0"/>
          </a:p>
        </p:txBody>
      </p:sp>
      <p:sp>
        <p:nvSpPr>
          <p:cNvPr id="27" name="Text 19"/>
          <p:cNvSpPr/>
          <p:nvPr/>
        </p:nvSpPr>
        <p:spPr>
          <a:xfrm>
            <a:off x="2795016" y="612648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Prepare, Perform, Recover arcs</a:t>
            </a:r>
            <a:endParaRPr lang="en-US" sz="660" dirty="0"/>
          </a:p>
        </p:txBody>
      </p:sp>
      <p:sp>
        <p:nvSpPr>
          <p:cNvPr id="28" name="Shape 20"/>
          <p:cNvSpPr/>
          <p:nvPr/>
        </p:nvSpPr>
        <p:spPr>
          <a:xfrm>
            <a:off x="4986528" y="4498848"/>
            <a:ext cx="2118360" cy="1975104"/>
          </a:xfrm>
          <a:prstGeom prst="rect">
            <a:avLst/>
          </a:prstGeom>
          <a:solidFill>
            <a:srgbClr val="3A4B0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5356" y="4645152"/>
            <a:ext cx="1060704" cy="106070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59680" y="581558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COMBAT MINDSET FRAMEWORK</a:t>
            </a:r>
            <a:endParaRPr lang="en-US" sz="780" dirty="0"/>
          </a:p>
        </p:txBody>
      </p:sp>
      <p:sp>
        <p:nvSpPr>
          <p:cNvPr id="31" name="Text 22"/>
          <p:cNvSpPr/>
          <p:nvPr/>
        </p:nvSpPr>
        <p:spPr>
          <a:xfrm>
            <a:off x="5059680" y="612648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organising grid</a:t>
            </a:r>
            <a:endParaRPr lang="en-US" sz="660" dirty="0"/>
          </a:p>
        </p:txBody>
      </p:sp>
      <p:sp>
        <p:nvSpPr>
          <p:cNvPr id="32" name="Text 23"/>
          <p:cNvSpPr/>
          <p:nvPr/>
        </p:nvSpPr>
        <p:spPr>
          <a:xfrm>
            <a:off x="457200" y="6784848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  SHIELD    </a:t>
            </a:r>
            <a:pPr algn="l" indent="0" marL="0">
              <a:buNone/>
            </a:pPr>
            <a:r>
              <a:rPr lang="en-US" sz="7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Protection, resilience and professionalism. The most formal; strongest for official documents.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457200" y="7150608"/>
            <a:ext cx="2118360" cy="197510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28" y="7296912"/>
            <a:ext cx="1060704" cy="10607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0352" y="846734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780" dirty="0"/>
          </a:p>
        </p:txBody>
      </p:sp>
      <p:sp>
        <p:nvSpPr>
          <p:cNvPr id="36" name="Text 26"/>
          <p:cNvSpPr/>
          <p:nvPr/>
        </p:nvSpPr>
        <p:spPr>
          <a:xfrm>
            <a:off x="530352" y="877824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symbol</a:t>
            </a:r>
            <a:endParaRPr lang="en-US" sz="660" dirty="0"/>
          </a:p>
        </p:txBody>
      </p:sp>
      <p:sp>
        <p:nvSpPr>
          <p:cNvPr id="37" name="Shape 27"/>
          <p:cNvSpPr/>
          <p:nvPr/>
        </p:nvSpPr>
        <p:spPr>
          <a:xfrm>
            <a:off x="2721864" y="7150608"/>
            <a:ext cx="2118360" cy="1975104"/>
          </a:xfrm>
          <a:prstGeom prst="rect">
            <a:avLst/>
          </a:prstGeom>
          <a:solidFill>
            <a:srgbClr val="002516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0692" y="7296912"/>
            <a:ext cx="1060704" cy="106070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2795016" y="846734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780" dirty="0"/>
          </a:p>
        </p:txBody>
      </p:sp>
      <p:sp>
        <p:nvSpPr>
          <p:cNvPr id="40" name="Text 29"/>
          <p:cNvSpPr/>
          <p:nvPr/>
        </p:nvSpPr>
        <p:spPr>
          <a:xfrm>
            <a:off x="2795016" y="877824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Prepare, Perform, Recover arcs</a:t>
            </a:r>
            <a:endParaRPr lang="en-US" sz="660" dirty="0"/>
          </a:p>
        </p:txBody>
      </p:sp>
      <p:sp>
        <p:nvSpPr>
          <p:cNvPr id="41" name="Shape 30"/>
          <p:cNvSpPr/>
          <p:nvPr/>
        </p:nvSpPr>
        <p:spPr>
          <a:xfrm>
            <a:off x="4986528" y="7150608"/>
            <a:ext cx="2118360" cy="1975104"/>
          </a:xfrm>
          <a:prstGeom prst="rect">
            <a:avLst/>
          </a:prstGeom>
          <a:solidFill>
            <a:srgbClr val="3A4B00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5356" y="7296912"/>
            <a:ext cx="1060704" cy="106070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59680" y="8467344"/>
            <a:ext cx="1972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COMBAT MINDSET FRAMEWORK</a:t>
            </a:r>
            <a:endParaRPr lang="en-US" sz="780" dirty="0"/>
          </a:p>
        </p:txBody>
      </p:sp>
      <p:sp>
        <p:nvSpPr>
          <p:cNvPr id="44" name="Text 32"/>
          <p:cNvSpPr/>
          <p:nvPr/>
        </p:nvSpPr>
        <p:spPr>
          <a:xfrm>
            <a:off x="5059680" y="8778240"/>
            <a:ext cx="197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organising grid</a:t>
            </a:r>
            <a:endParaRPr lang="en-US" sz="660" dirty="0"/>
          </a:p>
        </p:txBody>
      </p:sp>
      <p:sp>
        <p:nvSpPr>
          <p:cNvPr id="45" name="Text 33"/>
          <p:cNvSpPr/>
          <p:nvPr/>
        </p:nvSpPr>
        <p:spPr>
          <a:xfrm>
            <a:off x="457200" y="9482328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grammar unchanged from round 1: one core symbol; the arcs add the enabling cycle; the grid adds the organising system. Any family can be dropped into the proposal banners for review.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Army Command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Combat Mindset Emblem Families 2</dc:title>
  <dc:subject>PptxGenJS Presentation</dc:subject>
  <dc:creator>PptxGenJS</dc:creator>
  <cp:lastModifiedBy>PptxGenJS</cp:lastModifiedBy>
  <cp:revision>1</cp:revision>
  <dcterms:created xsi:type="dcterms:W3CDTF">2026-08-03T03:48:50Z</dcterms:created>
  <dcterms:modified xsi:type="dcterms:W3CDTF">2026-08-03T03:48:50Z</dcterms:modified>
</cp:coreProperties>
</file>