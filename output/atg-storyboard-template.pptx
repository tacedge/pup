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9"/>
    <p:sldId id="256" r:id="rId2"/>
    <p:sldId id="257" r:id="rId3"/>
  </p:sldIdLst>
  <p:notesMasterIdLst>
    <p:notesMasterId r:id="rId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of the ATG storyboard. Content and photographs from the NZALC ELDA Lead Systems NCO Course storyboard; photo captions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Submission flow as issued by ATG on 13 Oct 25. Unit badges carried over from the previous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TG_STORYBOARD">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27432"/>
            <a:ext cx="9144000" cy="146304"/>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UNCLASSIFIED</a:t>
            </a:r>
            <a:endParaRPr lang="en-US" sz="700" dirty="0"/>
          </a:p>
        </p:txBody>
      </p:sp>
      <p:sp>
        <p:nvSpPr>
          <p:cNvPr id="3" name="Shape 1"/>
          <p:cNvSpPr/>
          <p:nvPr/>
        </p:nvSpPr>
        <p:spPr>
          <a:xfrm>
            <a:off x="320040" y="201168"/>
            <a:ext cx="8503920" cy="786384"/>
          </a:xfrm>
          <a:prstGeom prst="rect">
            <a:avLst>
              <a:gd name="adj" fmla="val 6977"/>
            </a:avLst>
          </a:prstGeom>
          <a:solidFill>
            <a:srgbClr val="F6F6F3"/>
          </a:solidFill>
          <a:ln w="12700">
            <a:solidFill>
              <a:srgbClr val="F6F6F3"/>
            </a:solidFill>
            <a:prstDash val="solid"/>
          </a:ln>
        </p:spPr>
      </p:sp>
      <p:pic>
        <p:nvPicPr>
          <p:cNvPr id="4" name="Image 0" descr="preencoded.png">    </p:cNvPr>
          <p:cNvPicPr>
            <a:picLocks noChangeAspect="1"/>
          </p:cNvPicPr>
          <p:nvPr/>
        </p:nvPicPr>
        <p:blipFill>
          <a:blip r:embed="rId1"/>
          <a:stretch>
            <a:fillRect/>
          </a:stretch>
        </p:blipFill>
        <p:spPr>
          <a:xfrm>
            <a:off x="460029" y="283464"/>
            <a:ext cx="579557" cy="621792"/>
          </a:xfrm>
          <a:prstGeom prst="rect">
            <a:avLst/>
          </a:prstGeom>
        </p:spPr>
      </p:pic>
      <p:sp>
        <p:nvSpPr>
          <p:cNvPr id="5" name="Text 2"/>
          <p:cNvSpPr/>
          <p:nvPr/>
        </p:nvSpPr>
        <p:spPr>
          <a:xfrm>
            <a:off x="1234440" y="283464"/>
            <a:ext cx="6629400" cy="146304"/>
          </a:xfrm>
          <a:prstGeom prst="rect">
            <a:avLst/>
          </a:prstGeom>
          <a:noFill/>
          <a:ln/>
        </p:spPr>
        <p:txBody>
          <a:bodyPr wrap="square" lIns="0" tIns="0" rIns="0" bIns="0" rtlCol="0" anchor="ctr"/>
          <a:lstStyle/>
          <a:p>
            <a:pPr indent="0" marL="0">
              <a:buNone/>
            </a:pPr>
            <a:r>
              <a:rPr lang="en-US" sz="650" b="1" spc="250" kern="0" dirty="0">
                <a:solidFill>
                  <a:srgbClr val="002516"/>
                </a:solidFill>
                <a:latin typeface="Arial" pitchFamily="34" charset="0"/>
                <a:ea typeface="Arial" pitchFamily="34" charset="-122"/>
                <a:cs typeface="Arial" pitchFamily="34" charset="-120"/>
              </a:rPr>
              <a:t>ARMY TRAINING GROUP</a:t>
            </a:r>
            <a:endParaRPr lang="en-US" sz="650" dirty="0"/>
          </a:p>
        </p:txBody>
      </p:sp>
      <p:sp>
        <p:nvSpPr>
          <p:cNvPr id="6" name="Text 3"/>
          <p:cNvSpPr/>
          <p:nvPr>
            <p:ph idx="104" type="title" hasCustomPrompt="1"/>
          </p:nvPr>
        </p:nvSpPr>
        <p:spPr>
          <a:xfrm>
            <a:off x="1234440" y="429768"/>
            <a:ext cx="6629400" cy="292608"/>
          </a:xfrm>
          <a:prstGeom prst="rect">
            <a:avLst/>
          </a:prstGeom>
          <a:noFill/>
          <a:ln/>
        </p:spPr>
        <p:txBody>
          <a:bodyPr wrap="square" rtlCol="0">
            <a:normAutofit/>
          </a:bodyPr>
          <a:lstStyle>
            <a:lvl1pPr algn="l" indent="0" marL="0">
              <a:buNone/>
              <a:defRPr lang="en-US" sz="1600" b="1" dirty="0">
                <a:solidFill>
                  <a:srgbClr val="000000"/>
                </a:solidFill>
                <a:latin typeface="Arial" pitchFamily="34" charset="0"/>
                <a:ea typeface="Arial" pitchFamily="34" charset="-122"/>
                <a:cs typeface="Arial" pitchFamily="34" charset="-120"/>
              </a:defRPr>
            </a:lvl1pPr>
          </a:lstStyle>
          <a:p>
            <a:pPr algn="l" indent="0" marL="0">
              <a:buNone/>
            </a:pPr>
            <a:r>
              <a:rPr lang="en-US" sz="1600" b="1" dirty="0">
                <a:solidFill>
                  <a:srgbClr val="000000"/>
                </a:solidFill>
                <a:latin typeface="Arial" pitchFamily="34" charset="0"/>
                <a:ea typeface="Arial" pitchFamily="34" charset="-122"/>
                <a:cs typeface="Arial" pitchFamily="34" charset="-120"/>
              </a:rPr>
              <a:t>Unit and sub-unit</a:t>
            </a:r>
            <a:endParaRPr lang="en-US" sz="1600" dirty="0"/>
          </a:p>
        </p:txBody>
      </p:sp>
      <p:sp>
        <p:nvSpPr>
          <p:cNvPr id="7" name="Text 3"/>
          <p:cNvSpPr/>
          <p:nvPr>
            <p:ph idx="105" type="body" hasCustomPrompt="1"/>
          </p:nvPr>
        </p:nvSpPr>
        <p:spPr>
          <a:xfrm>
            <a:off x="1234440" y="722376"/>
            <a:ext cx="6629400" cy="201168"/>
          </a:xfrm>
          <a:prstGeom prst="rect">
            <a:avLst/>
          </a:prstGeom>
          <a:noFill/>
          <a:ln/>
        </p:spPr>
        <p:txBody>
          <a:bodyPr wrap="square" rtlCol="0">
            <a:normAutofit/>
          </a:bodyPr>
          <a:lstStyle>
            <a:lvl1pPr indent="0" marL="0">
              <a:buNone/>
              <a:defRPr lang="en-US" sz="900" dirty="0">
                <a:solidFill>
                  <a:srgbClr val="5F5F5A"/>
                </a:solidFill>
                <a:latin typeface="Arial" pitchFamily="34" charset="0"/>
                <a:ea typeface="Arial" pitchFamily="34" charset="-122"/>
                <a:cs typeface="Arial" pitchFamily="34" charset="-120"/>
              </a:defRPr>
            </a:lvl1pPr>
          </a:lstStyle>
          <a:p>
            <a:pPr indent="0" marL="0">
              <a:buNone/>
            </a:pPr>
            <a:r>
              <a:rPr lang="en-US" sz="900" dirty="0">
                <a:solidFill>
                  <a:srgbClr val="5F5F5A"/>
                </a:solidFill>
                <a:latin typeface="Arial" pitchFamily="34" charset="0"/>
                <a:ea typeface="Arial" pitchFamily="34" charset="-122"/>
                <a:cs typeface="Arial" pitchFamily="34" charset="-120"/>
              </a:rPr>
              <a:t>Activity name  ·  01 Jan – 31 Jan 20XX</a:t>
            </a:r>
            <a:endParaRPr lang="en-US" sz="900" dirty="0"/>
          </a:p>
        </p:txBody>
      </p:sp>
      <p:sp>
        <p:nvSpPr>
          <p:cNvPr id="8" name="Text 3"/>
          <p:cNvSpPr/>
          <p:nvPr>
            <p:ph idx="106" hasCustomPrompt="1" type="pic"/>
          </p:nvPr>
        </p:nvSpPr>
        <p:spPr>
          <a:xfrm>
            <a:off x="8037576" y="274320"/>
            <a:ext cx="640080" cy="6400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Unit badge</a:t>
            </a:r>
            <a:endParaRPr lang="en-US" dirty="0"/>
          </a:p>
        </p:txBody>
      </p:sp>
      <p:sp>
        <p:nvSpPr>
          <p:cNvPr id="9" name="Text 3"/>
          <p:cNvSpPr/>
          <p:nvPr/>
        </p:nvSpPr>
        <p:spPr>
          <a:xfrm>
            <a:off x="320040" y="4828032"/>
            <a:ext cx="2743200" cy="146304"/>
          </a:xfrm>
          <a:prstGeom prst="rect">
            <a:avLst/>
          </a:prstGeom>
          <a:noFill/>
          <a:ln/>
        </p:spPr>
        <p:txBody>
          <a:bodyPr wrap="square" lIns="0" tIns="0" rIns="0" bIns="0" rtlCol="0" anchor="ctr"/>
          <a:lstStyle/>
          <a:p>
            <a:pPr indent="0" marL="0">
              <a:buNone/>
            </a:pPr>
            <a:r>
              <a:rPr lang="en-US" sz="700" dirty="0">
                <a:solidFill>
                  <a:srgbClr val="5F5F5A"/>
                </a:solidFill>
                <a:latin typeface="Arial" pitchFamily="34" charset="0"/>
                <a:ea typeface="Arial" pitchFamily="34" charset="-122"/>
                <a:cs typeface="Arial" pitchFamily="34" charset="-120"/>
              </a:rPr>
              <a:t>ATG Storyboard</a:t>
            </a:r>
            <a:endParaRPr lang="en-US" sz="700" dirty="0"/>
          </a:p>
        </p:txBody>
      </p:sp>
      <p:sp>
        <p:nvSpPr>
          <p:cNvPr id="10" name="Text 4"/>
          <p:cNvSpPr/>
          <p:nvPr/>
        </p:nvSpPr>
        <p:spPr>
          <a:xfrm>
            <a:off x="0" y="4828032"/>
            <a:ext cx="9144000" cy="146304"/>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UNCLASSIFIED</a:t>
            </a:r>
            <a:endParaRPr lang="en-US" sz="700" dirty="0"/>
          </a:p>
        </p:txBody>
      </p:sp>
      <p:pic>
        <p:nvPicPr>
          <p:cNvPr id="11" name="Image 1" descr="preencoded.png">    </p:cNvPr>
          <p:cNvPicPr>
            <a:picLocks noChangeAspect="1"/>
          </p:cNvPicPr>
          <p:nvPr/>
        </p:nvPicPr>
        <p:blipFill>
          <a:blip r:embed="rId2"/>
          <a:stretch>
            <a:fillRect/>
          </a:stretch>
        </p:blipFill>
        <p:spPr>
          <a:xfrm>
            <a:off x="7818120" y="4777667"/>
            <a:ext cx="1005840" cy="228745"/>
          </a:xfrm>
          <a:prstGeom prst="rect">
            <a:avLst/>
          </a:prstGeom>
        </p:spPr>
      </p:pic>
      <p:sp>
        <p:nvSpPr>
          <p:cNvPr id="12" name="Text 5"/>
          <p:cNvSpPr/>
          <p:nvPr/>
        </p:nvSpPr>
        <p:spPr>
          <a:xfrm>
            <a:off x="320040" y="1188720"/>
            <a:ext cx="228600" cy="155448"/>
          </a:xfrm>
          <a:prstGeom prst="rect">
            <a:avLst/>
          </a:prstGeom>
          <a:noFill/>
          <a:ln/>
        </p:spPr>
        <p:txBody>
          <a:bodyPr wrap="square" lIns="0" tIns="0" rIns="0" bIns="0" rtlCol="0" anchor="t"/>
          <a:lstStyle/>
          <a:p>
            <a:pPr indent="0" marL="0">
              <a:buNone/>
            </a:pPr>
            <a:r>
              <a:rPr lang="en-US" sz="800" b="1" dirty="0">
                <a:solidFill>
                  <a:srgbClr val="A89662"/>
                </a:solidFill>
                <a:latin typeface="Arial" pitchFamily="34" charset="0"/>
                <a:ea typeface="Arial" pitchFamily="34" charset="-122"/>
                <a:cs typeface="Arial" pitchFamily="34" charset="-120"/>
              </a:rPr>
              <a:t>01</a:t>
            </a:r>
            <a:endParaRPr lang="en-US" sz="800" dirty="0"/>
          </a:p>
        </p:txBody>
      </p:sp>
      <p:sp>
        <p:nvSpPr>
          <p:cNvPr id="13" name="Text 6"/>
          <p:cNvSpPr/>
          <p:nvPr/>
        </p:nvSpPr>
        <p:spPr>
          <a:xfrm>
            <a:off x="548640" y="1188720"/>
            <a:ext cx="3017520" cy="155448"/>
          </a:xfrm>
          <a:prstGeom prst="rect">
            <a:avLst/>
          </a:prstGeom>
          <a:noFill/>
          <a:ln/>
        </p:spPr>
        <p:txBody>
          <a:bodyPr wrap="square" lIns="0" tIns="0" rIns="0" bIns="0" rtlCol="0" anchor="t"/>
          <a:lstStyle/>
          <a:p>
            <a:pPr indent="0" marL="0">
              <a:buNone/>
            </a:pPr>
            <a:r>
              <a:rPr lang="en-US" sz="700" b="1" spc="200" kern="0" dirty="0">
                <a:solidFill>
                  <a:srgbClr val="002516"/>
                </a:solidFill>
                <a:latin typeface="Arial" pitchFamily="34" charset="0"/>
                <a:ea typeface="Arial" pitchFamily="34" charset="-122"/>
                <a:cs typeface="Arial" pitchFamily="34" charset="-120"/>
              </a:rPr>
              <a:t>INTRODUCTION</a:t>
            </a:r>
            <a:endParaRPr lang="en-US" sz="700" dirty="0"/>
          </a:p>
        </p:txBody>
      </p:sp>
      <p:sp>
        <p:nvSpPr>
          <p:cNvPr id="14" name="Text 7"/>
          <p:cNvSpPr/>
          <p:nvPr>
            <p:ph idx="112" type="body" hasCustomPrompt="1"/>
          </p:nvPr>
        </p:nvSpPr>
        <p:spPr>
          <a:xfrm>
            <a:off x="320040" y="1353312"/>
            <a:ext cx="3246120" cy="530352"/>
          </a:xfrm>
          <a:prstGeom prst="rect">
            <a:avLst/>
          </a:prstGeom>
          <a:noFill/>
          <a:ln/>
        </p:spPr>
        <p:txBody>
          <a:bodyPr wrap="square" rtlCol="0">
            <a:normAutofit/>
          </a:bodyPr>
          <a:lstStyle>
            <a:lvl1pPr indent="0" marL="0">
              <a:spcAft>
                <a:spcPts val="300"/>
              </a:spcAft>
              <a:buNone/>
              <a:defRPr lang="en-US" sz="850" dirty="0">
                <a:solidFill>
                  <a:srgbClr val="222222"/>
                </a:solidFill>
                <a:latin typeface="Arial" pitchFamily="34" charset="0"/>
                <a:ea typeface="Arial" pitchFamily="34" charset="-122"/>
                <a:cs typeface="Arial" pitchFamily="34" charset="-120"/>
              </a:defRPr>
            </a:lvl1p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Introduction text</a:t>
            </a:r>
            <a:endParaRPr lang="en-US" sz="850" dirty="0"/>
          </a:p>
        </p:txBody>
      </p:sp>
      <p:sp>
        <p:nvSpPr>
          <p:cNvPr id="15" name="Text 7"/>
          <p:cNvSpPr/>
          <p:nvPr/>
        </p:nvSpPr>
        <p:spPr>
          <a:xfrm>
            <a:off x="320040" y="1975104"/>
            <a:ext cx="228600" cy="155448"/>
          </a:xfrm>
          <a:prstGeom prst="rect">
            <a:avLst/>
          </a:prstGeom>
          <a:noFill/>
          <a:ln/>
        </p:spPr>
        <p:txBody>
          <a:bodyPr wrap="square" lIns="0" tIns="0" rIns="0" bIns="0" rtlCol="0" anchor="t"/>
          <a:lstStyle/>
          <a:p>
            <a:pPr indent="0" marL="0">
              <a:buNone/>
            </a:pPr>
            <a:r>
              <a:rPr lang="en-US" sz="800" b="1" dirty="0">
                <a:solidFill>
                  <a:srgbClr val="A89662"/>
                </a:solidFill>
                <a:latin typeface="Arial" pitchFamily="34" charset="0"/>
                <a:ea typeface="Arial" pitchFamily="34" charset="-122"/>
                <a:cs typeface="Arial" pitchFamily="34" charset="-120"/>
              </a:rPr>
              <a:t>02</a:t>
            </a:r>
            <a:endParaRPr lang="en-US" sz="800" dirty="0"/>
          </a:p>
        </p:txBody>
      </p:sp>
      <p:sp>
        <p:nvSpPr>
          <p:cNvPr id="16" name="Text 8"/>
          <p:cNvSpPr/>
          <p:nvPr/>
        </p:nvSpPr>
        <p:spPr>
          <a:xfrm>
            <a:off x="548640" y="1975104"/>
            <a:ext cx="3017520" cy="155448"/>
          </a:xfrm>
          <a:prstGeom prst="rect">
            <a:avLst/>
          </a:prstGeom>
          <a:noFill/>
          <a:ln/>
        </p:spPr>
        <p:txBody>
          <a:bodyPr wrap="square" lIns="0" tIns="0" rIns="0" bIns="0" rtlCol="0" anchor="t"/>
          <a:lstStyle/>
          <a:p>
            <a:pPr indent="0" marL="0">
              <a:buNone/>
            </a:pPr>
            <a:r>
              <a:rPr lang="en-US" sz="700" b="1" spc="200" kern="0" dirty="0">
                <a:solidFill>
                  <a:srgbClr val="002516"/>
                </a:solidFill>
                <a:latin typeface="Arial" pitchFamily="34" charset="0"/>
                <a:ea typeface="Arial" pitchFamily="34" charset="-122"/>
                <a:cs typeface="Arial" pitchFamily="34" charset="-120"/>
              </a:rPr>
              <a:t>PURPOSE</a:t>
            </a:r>
            <a:endParaRPr lang="en-US" sz="700" dirty="0"/>
          </a:p>
        </p:txBody>
      </p:sp>
      <p:sp>
        <p:nvSpPr>
          <p:cNvPr id="17" name="Text 9"/>
          <p:cNvSpPr/>
          <p:nvPr>
            <p:ph idx="115" type="body" hasCustomPrompt="1"/>
          </p:nvPr>
        </p:nvSpPr>
        <p:spPr>
          <a:xfrm>
            <a:off x="320040" y="2139696"/>
            <a:ext cx="3246120" cy="566928"/>
          </a:xfrm>
          <a:prstGeom prst="rect">
            <a:avLst/>
          </a:prstGeom>
          <a:noFill/>
          <a:ln/>
        </p:spPr>
        <p:txBody>
          <a:bodyPr wrap="square" rtlCol="0">
            <a:normAutofit/>
          </a:bodyPr>
          <a:lstStyle>
            <a:lvl1pPr indent="0" marL="0">
              <a:spcAft>
                <a:spcPts val="300"/>
              </a:spcAft>
              <a:buNone/>
              <a:defRPr lang="en-US" sz="850" dirty="0">
                <a:solidFill>
                  <a:srgbClr val="222222"/>
                </a:solidFill>
                <a:latin typeface="Arial" pitchFamily="34" charset="0"/>
                <a:ea typeface="Arial" pitchFamily="34" charset="-122"/>
                <a:cs typeface="Arial" pitchFamily="34" charset="-120"/>
              </a:defRPr>
            </a:lvl1p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Purpose text</a:t>
            </a:r>
            <a:endParaRPr lang="en-US" sz="850" dirty="0"/>
          </a:p>
        </p:txBody>
      </p:sp>
      <p:sp>
        <p:nvSpPr>
          <p:cNvPr id="18" name="Text 9"/>
          <p:cNvSpPr/>
          <p:nvPr/>
        </p:nvSpPr>
        <p:spPr>
          <a:xfrm>
            <a:off x="320040" y="2798064"/>
            <a:ext cx="228600" cy="155448"/>
          </a:xfrm>
          <a:prstGeom prst="rect">
            <a:avLst/>
          </a:prstGeom>
          <a:noFill/>
          <a:ln/>
        </p:spPr>
        <p:txBody>
          <a:bodyPr wrap="square" lIns="0" tIns="0" rIns="0" bIns="0" rtlCol="0" anchor="t"/>
          <a:lstStyle/>
          <a:p>
            <a:pPr indent="0" marL="0">
              <a:buNone/>
            </a:pPr>
            <a:r>
              <a:rPr lang="en-US" sz="800" b="1" dirty="0">
                <a:solidFill>
                  <a:srgbClr val="A89662"/>
                </a:solidFill>
                <a:latin typeface="Arial" pitchFamily="34" charset="0"/>
                <a:ea typeface="Arial" pitchFamily="34" charset="-122"/>
                <a:cs typeface="Arial" pitchFamily="34" charset="-120"/>
              </a:rPr>
              <a:t>03</a:t>
            </a:r>
            <a:endParaRPr lang="en-US" sz="800" dirty="0"/>
          </a:p>
        </p:txBody>
      </p:sp>
      <p:sp>
        <p:nvSpPr>
          <p:cNvPr id="19" name="Text 10"/>
          <p:cNvSpPr/>
          <p:nvPr/>
        </p:nvSpPr>
        <p:spPr>
          <a:xfrm>
            <a:off x="548640" y="2798064"/>
            <a:ext cx="3017520" cy="155448"/>
          </a:xfrm>
          <a:prstGeom prst="rect">
            <a:avLst/>
          </a:prstGeom>
          <a:noFill/>
          <a:ln/>
        </p:spPr>
        <p:txBody>
          <a:bodyPr wrap="square" lIns="0" tIns="0" rIns="0" bIns="0" rtlCol="0" anchor="t"/>
          <a:lstStyle/>
          <a:p>
            <a:pPr indent="0" marL="0">
              <a:buNone/>
            </a:pPr>
            <a:r>
              <a:rPr lang="en-US" sz="700" b="1" spc="200" kern="0" dirty="0">
                <a:solidFill>
                  <a:srgbClr val="002516"/>
                </a:solidFill>
                <a:latin typeface="Arial" pitchFamily="34" charset="0"/>
                <a:ea typeface="Arial" pitchFamily="34" charset="-122"/>
                <a:cs typeface="Arial" pitchFamily="34" charset="-120"/>
              </a:rPr>
              <a:t>METHOD</a:t>
            </a:r>
            <a:endParaRPr lang="en-US" sz="700" dirty="0"/>
          </a:p>
        </p:txBody>
      </p:sp>
      <p:sp>
        <p:nvSpPr>
          <p:cNvPr id="20" name="Text 11"/>
          <p:cNvSpPr/>
          <p:nvPr>
            <p:ph idx="118" type="body" hasCustomPrompt="1"/>
          </p:nvPr>
        </p:nvSpPr>
        <p:spPr>
          <a:xfrm>
            <a:off x="320040" y="2962656"/>
            <a:ext cx="3246120" cy="932688"/>
          </a:xfrm>
          <a:prstGeom prst="rect">
            <a:avLst/>
          </a:prstGeom>
          <a:noFill/>
          <a:ln/>
        </p:spPr>
        <p:txBody>
          <a:bodyPr wrap="square" rtlCol="0">
            <a:normAutofit/>
          </a:bodyPr>
          <a:lstStyle>
            <a:lvl1pPr indent="0" marL="0">
              <a:spcAft>
                <a:spcPts val="300"/>
              </a:spcAft>
              <a:buNone/>
              <a:defRPr lang="en-US" sz="850" dirty="0">
                <a:solidFill>
                  <a:srgbClr val="222222"/>
                </a:solidFill>
                <a:latin typeface="Arial" pitchFamily="34" charset="0"/>
                <a:ea typeface="Arial" pitchFamily="34" charset="-122"/>
                <a:cs typeface="Arial" pitchFamily="34" charset="-120"/>
              </a:defRPr>
            </a:lvl1p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Method text</a:t>
            </a:r>
            <a:endParaRPr lang="en-US" sz="850" dirty="0"/>
          </a:p>
        </p:txBody>
      </p:sp>
      <p:sp>
        <p:nvSpPr>
          <p:cNvPr id="21" name="Text 11"/>
          <p:cNvSpPr/>
          <p:nvPr/>
        </p:nvSpPr>
        <p:spPr>
          <a:xfrm>
            <a:off x="320040" y="3986784"/>
            <a:ext cx="228600" cy="155448"/>
          </a:xfrm>
          <a:prstGeom prst="rect">
            <a:avLst/>
          </a:prstGeom>
          <a:noFill/>
          <a:ln/>
        </p:spPr>
        <p:txBody>
          <a:bodyPr wrap="square" lIns="0" tIns="0" rIns="0" bIns="0" rtlCol="0" anchor="t"/>
          <a:lstStyle/>
          <a:p>
            <a:pPr indent="0" marL="0">
              <a:buNone/>
            </a:pPr>
            <a:r>
              <a:rPr lang="en-US" sz="800" b="1" dirty="0">
                <a:solidFill>
                  <a:srgbClr val="A89662"/>
                </a:solidFill>
                <a:latin typeface="Arial" pitchFamily="34" charset="0"/>
                <a:ea typeface="Arial" pitchFamily="34" charset="-122"/>
                <a:cs typeface="Arial" pitchFamily="34" charset="-120"/>
              </a:rPr>
              <a:t>04</a:t>
            </a:r>
            <a:endParaRPr lang="en-US" sz="800" dirty="0"/>
          </a:p>
        </p:txBody>
      </p:sp>
      <p:sp>
        <p:nvSpPr>
          <p:cNvPr id="22" name="Text 12"/>
          <p:cNvSpPr/>
          <p:nvPr/>
        </p:nvSpPr>
        <p:spPr>
          <a:xfrm>
            <a:off x="548640" y="3986784"/>
            <a:ext cx="3017520" cy="155448"/>
          </a:xfrm>
          <a:prstGeom prst="rect">
            <a:avLst/>
          </a:prstGeom>
          <a:noFill/>
          <a:ln/>
        </p:spPr>
        <p:txBody>
          <a:bodyPr wrap="square" lIns="0" tIns="0" rIns="0" bIns="0" rtlCol="0" anchor="t"/>
          <a:lstStyle/>
          <a:p>
            <a:pPr indent="0" marL="0">
              <a:buNone/>
            </a:pPr>
            <a:r>
              <a:rPr lang="en-US" sz="700" b="1" spc="200" kern="0" dirty="0">
                <a:solidFill>
                  <a:srgbClr val="002516"/>
                </a:solidFill>
                <a:latin typeface="Arial" pitchFamily="34" charset="0"/>
                <a:ea typeface="Arial" pitchFamily="34" charset="-122"/>
                <a:cs typeface="Arial" pitchFamily="34" charset="-120"/>
              </a:rPr>
              <a:t>END STATE</a:t>
            </a:r>
            <a:endParaRPr lang="en-US" sz="700" dirty="0"/>
          </a:p>
        </p:txBody>
      </p:sp>
      <p:sp>
        <p:nvSpPr>
          <p:cNvPr id="23" name="Text 13"/>
          <p:cNvSpPr/>
          <p:nvPr>
            <p:ph idx="121" type="body" hasCustomPrompt="1"/>
          </p:nvPr>
        </p:nvSpPr>
        <p:spPr>
          <a:xfrm>
            <a:off x="320040" y="4151376"/>
            <a:ext cx="3246120" cy="530352"/>
          </a:xfrm>
          <a:prstGeom prst="rect">
            <a:avLst/>
          </a:prstGeom>
          <a:noFill/>
          <a:ln/>
        </p:spPr>
        <p:txBody>
          <a:bodyPr wrap="square" rtlCol="0">
            <a:normAutofit/>
          </a:bodyPr>
          <a:lstStyle>
            <a:lvl1pPr indent="0" marL="0">
              <a:spcAft>
                <a:spcPts val="300"/>
              </a:spcAft>
              <a:buNone/>
              <a:defRPr lang="en-US" sz="850" dirty="0">
                <a:solidFill>
                  <a:srgbClr val="222222"/>
                </a:solidFill>
                <a:latin typeface="Arial" pitchFamily="34" charset="0"/>
                <a:ea typeface="Arial" pitchFamily="34" charset="-122"/>
                <a:cs typeface="Arial" pitchFamily="34" charset="-120"/>
              </a:defRPr>
            </a:lvl1p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End state text</a:t>
            </a:r>
            <a:endParaRPr lang="en-US" sz="850" dirty="0"/>
          </a:p>
        </p:txBody>
      </p:sp>
      <p:sp>
        <p:nvSpPr>
          <p:cNvPr id="24" name="Text 13"/>
          <p:cNvSpPr/>
          <p:nvPr>
            <p:ph idx="122" hasCustomPrompt="1" type="pic"/>
          </p:nvPr>
        </p:nvSpPr>
        <p:spPr>
          <a:xfrm>
            <a:off x="3794760" y="1188720"/>
            <a:ext cx="2468880" cy="14401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Photo 1</a:t>
            </a:r>
            <a:endParaRPr lang="en-US" dirty="0"/>
          </a:p>
        </p:txBody>
      </p:sp>
      <p:sp>
        <p:nvSpPr>
          <p:cNvPr id="25" name="Text 13"/>
          <p:cNvSpPr/>
          <p:nvPr>
            <p:ph idx="123" hasCustomPrompt="1" type="pic"/>
          </p:nvPr>
        </p:nvSpPr>
        <p:spPr>
          <a:xfrm>
            <a:off x="6355080" y="1188720"/>
            <a:ext cx="2468880" cy="14401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Photo 2</a:t>
            </a:r>
            <a:endParaRPr lang="en-US" dirty="0"/>
          </a:p>
        </p:txBody>
      </p:sp>
      <p:sp>
        <p:nvSpPr>
          <p:cNvPr id="26" name="Text 13"/>
          <p:cNvSpPr/>
          <p:nvPr>
            <p:ph idx="124" hasCustomPrompt="1" type="pic"/>
          </p:nvPr>
        </p:nvSpPr>
        <p:spPr>
          <a:xfrm>
            <a:off x="3794760" y="2720340"/>
            <a:ext cx="2468880" cy="14401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Photo 3</a:t>
            </a:r>
            <a:endParaRPr lang="en-US" dirty="0"/>
          </a:p>
        </p:txBody>
      </p:sp>
      <p:sp>
        <p:nvSpPr>
          <p:cNvPr id="27" name="Text 13"/>
          <p:cNvSpPr/>
          <p:nvPr>
            <p:ph idx="125" hasCustomPrompt="1" type="pic"/>
          </p:nvPr>
        </p:nvSpPr>
        <p:spPr>
          <a:xfrm>
            <a:off x="6355080" y="2720340"/>
            <a:ext cx="2468880" cy="1440180"/>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Photo 4</a:t>
            </a:r>
            <a:endParaRPr lang="en-US" dirty="0"/>
          </a:p>
        </p:txBody>
      </p:sp>
      <p:sp>
        <p:nvSpPr>
          <p:cNvPr id="28" name="Text 13"/>
          <p:cNvSpPr/>
          <p:nvPr>
            <p:ph idx="126" type="body" hasCustomPrompt="1"/>
          </p:nvPr>
        </p:nvSpPr>
        <p:spPr>
          <a:xfrm>
            <a:off x="3794760" y="4251960"/>
            <a:ext cx="5029200" cy="384048"/>
          </a:xfrm>
          <a:prstGeom prst="rect">
            <a:avLst/>
          </a:prstGeom>
          <a:noFill/>
          <a:ln/>
        </p:spPr>
        <p:txBody>
          <a:bodyPr wrap="square" rtlCol="0">
            <a:normAutofit/>
          </a:bodyPr>
          <a:lstStyle>
            <a:lvl1pPr indent="0" marL="0">
              <a:buNone/>
              <a:defRPr lang="en-US" sz="750" dirty="0">
                <a:solidFill>
                  <a:srgbClr val="5F5F5A"/>
                </a:solidFill>
                <a:latin typeface="Arial" pitchFamily="34" charset="0"/>
                <a:ea typeface="Arial" pitchFamily="34" charset="-122"/>
                <a:cs typeface="Arial" pitchFamily="34" charset="-120"/>
              </a:defRPr>
            </a:lvl1pPr>
          </a:lstStyle>
          <a:p>
            <a:pPr indent="0" marL="0">
              <a:buNone/>
            </a:pPr>
            <a:r>
              <a:rPr lang="en-US" sz="750" dirty="0">
                <a:solidFill>
                  <a:srgbClr val="5F5F5A"/>
                </a:solidFill>
                <a:latin typeface="Arial" pitchFamily="34" charset="0"/>
                <a:ea typeface="Arial" pitchFamily="34" charset="-122"/>
                <a:cs typeface="Arial" pitchFamily="34" charset="-120"/>
              </a:rPr>
              <a:t>1  Caption   ·   2  Caption   ·   3  Caption   ·   4  Caption</a:t>
            </a:r>
            <a:endParaRPr lang="en-US" sz="7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TG_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27432"/>
            <a:ext cx="9144000" cy="146304"/>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UNCLASSIFIED</a:t>
            </a:r>
            <a:endParaRPr lang="en-US" sz="700" dirty="0"/>
          </a:p>
        </p:txBody>
      </p:sp>
      <p:sp>
        <p:nvSpPr>
          <p:cNvPr id="3" name="Text 1"/>
          <p:cNvSpPr/>
          <p:nvPr/>
        </p:nvSpPr>
        <p:spPr>
          <a:xfrm>
            <a:off x="320040" y="4828032"/>
            <a:ext cx="2743200" cy="146304"/>
          </a:xfrm>
          <a:prstGeom prst="rect">
            <a:avLst/>
          </a:prstGeom>
          <a:noFill/>
          <a:ln/>
        </p:spPr>
        <p:txBody>
          <a:bodyPr wrap="square" lIns="0" tIns="0" rIns="0" bIns="0" rtlCol="0" anchor="ctr"/>
          <a:lstStyle/>
          <a:p>
            <a:pPr indent="0" marL="0">
              <a:buNone/>
            </a:pPr>
            <a:r>
              <a:rPr lang="en-US" sz="700" dirty="0">
                <a:solidFill>
                  <a:srgbClr val="5F5F5A"/>
                </a:solidFill>
                <a:latin typeface="Arial" pitchFamily="34" charset="0"/>
                <a:ea typeface="Arial" pitchFamily="34" charset="-122"/>
                <a:cs typeface="Arial" pitchFamily="34" charset="-120"/>
              </a:rPr>
              <a:t>ATG Storyboard</a:t>
            </a:r>
            <a:endParaRPr lang="en-US" sz="700" dirty="0"/>
          </a:p>
        </p:txBody>
      </p:sp>
      <p:sp>
        <p:nvSpPr>
          <p:cNvPr id="4" name="Text 2"/>
          <p:cNvSpPr/>
          <p:nvPr/>
        </p:nvSpPr>
        <p:spPr>
          <a:xfrm>
            <a:off x="0" y="4828032"/>
            <a:ext cx="9144000" cy="146304"/>
          </a:xfrm>
          <a:prstGeom prst="rect">
            <a:avLst/>
          </a:prstGeom>
          <a:noFill/>
          <a:ln/>
        </p:spPr>
        <p:txBody>
          <a:bodyPr wrap="square" lIns="0" tIns="0" rIns="0" bIns="0" rtlCol="0" anchor="ctr"/>
          <a:lstStyle/>
          <a:p>
            <a:pPr algn="ctr" indent="0" marL="0">
              <a:buNone/>
            </a:pPr>
            <a:r>
              <a:rPr lang="en-US" sz="700" b="1" dirty="0">
                <a:solidFill>
                  <a:srgbClr val="000000"/>
                </a:solidFill>
                <a:latin typeface="Arial" pitchFamily="34" charset="0"/>
                <a:ea typeface="Arial" pitchFamily="34" charset="-122"/>
                <a:cs typeface="Arial" pitchFamily="34" charset="-120"/>
              </a:rPr>
              <a:t>UNCLASSIFIED</a:t>
            </a:r>
            <a:endParaRPr lang="en-US" sz="700" dirty="0"/>
          </a:p>
        </p:txBody>
      </p:sp>
      <p:pic>
        <p:nvPicPr>
          <p:cNvPr id="5" name="Image 0" descr="preencoded.png">    </p:cNvPr>
          <p:cNvPicPr>
            <a:picLocks noChangeAspect="1"/>
          </p:cNvPicPr>
          <p:nvPr/>
        </p:nvPicPr>
        <p:blipFill>
          <a:blip r:embed="rId1"/>
          <a:stretch>
            <a:fillRect/>
          </a:stretch>
        </p:blipFill>
        <p:spPr>
          <a:xfrm>
            <a:off x="7818120" y="4777667"/>
            <a:ext cx="1005840" cy="228745"/>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4" type="title" hasCustomPrompt="1"/>
          </p:nvPr>
        </p:nvSpPr>
        <p:spPr>
          <a:xfrm>
            <a:off x="1234440" y="429768"/>
            <a:ext cx="6629400" cy="292608"/>
          </a:xfrm>
          <a:prstGeom prst="rect">
            <a:avLst/>
          </a:prstGeom>
          <a:noFill/>
          <a:ln/>
        </p:spPr>
        <p:txBody>
          <a:bodyPr wrap="square" lIns="0" tIns="0" rIns="0" bIns="0" rtlCol="0" anchor="ctr">
            <a:normAutofit/>
          </a:bodyPr>
          <a:lstStyle/>
          <a:p>
            <a:pPr algn="l" indent="0" marL="0">
              <a:buNone/>
            </a:pPr>
            <a:r>
              <a:rPr lang="en-US" sz="1600" b="1" dirty="0">
                <a:solidFill>
                  <a:srgbClr val="000000"/>
                </a:solidFill>
                <a:latin typeface="Arial" pitchFamily="34" charset="0"/>
                <a:ea typeface="Arial" pitchFamily="34" charset="-122"/>
                <a:cs typeface="Arial" pitchFamily="34" charset="-120"/>
              </a:rPr>
              <a:t>Army Command School  ·  NZ Army Leadership Centre</a:t>
            </a:r>
            <a:endParaRPr lang="en-US" sz="1600" dirty="0"/>
          </a:p>
        </p:txBody>
      </p:sp>
      <p:sp>
        <p:nvSpPr>
          <p:cNvPr id="3" name="Text 3"/>
          <p:cNvSpPr/>
          <p:nvPr>
            <p:ph idx="105" type="body" hasCustomPrompt="1"/>
          </p:nvPr>
        </p:nvSpPr>
        <p:spPr>
          <a:xfrm>
            <a:off x="1234440" y="722376"/>
            <a:ext cx="6629400" cy="201168"/>
          </a:xfrm>
          <a:prstGeom prst="rect">
            <a:avLst/>
          </a:prstGeom>
          <a:noFill/>
          <a:ln/>
        </p:spPr>
        <p:txBody>
          <a:bodyPr wrap="square" lIns="0" tIns="0" rIns="0" bIns="0" rtlCol="0" anchor="ctr">
            <a:normAutofit/>
          </a:bodyPr>
          <a:lstStyle/>
          <a:p>
            <a:pPr indent="0" marL="0">
              <a:buNone/>
            </a:pPr>
            <a:r>
              <a:rPr lang="en-US" sz="900" dirty="0">
                <a:solidFill>
                  <a:srgbClr val="5F5F5A"/>
                </a:solidFill>
                <a:latin typeface="Arial" pitchFamily="34" charset="0"/>
                <a:ea typeface="Arial" pitchFamily="34" charset="-122"/>
                <a:cs typeface="Arial" pitchFamily="34" charset="-120"/>
              </a:rPr>
              <a:t>ELDA Lead Systems NCO Course  ·  7 – 14 Aug 26</a:t>
            </a:r>
            <a:endParaRPr lang="en-US" sz="900" dirty="0"/>
          </a:p>
        </p:txBody>
      </p:sp>
      <p:pic>
        <p:nvPicPr>
          <p:cNvPr id="4" name="Image 0" descr="preencoded.png">    </p:cNvPr>
          <p:cNvPicPr>
            <a:picLocks noChangeAspect="1"/>
          </p:cNvPicPr>
          <p:nvPr/>
        </p:nvPicPr>
        <p:blipFill>
          <a:blip r:embed="rId1"/>
          <a:stretch>
            <a:fillRect/>
          </a:stretch>
        </p:blipFill>
        <p:spPr>
          <a:xfrm>
            <a:off x="8095415" y="274320"/>
            <a:ext cx="524403" cy="640080"/>
          </a:xfrm>
          <a:prstGeom prst="rect">
            <a:avLst/>
          </a:prstGeom>
        </p:spPr>
      </p:pic>
      <p:sp>
        <p:nvSpPr>
          <p:cNvPr id="5" name="Text 7"/>
          <p:cNvSpPr/>
          <p:nvPr>
            <p:ph idx="112" type="body" hasCustomPrompt="1"/>
          </p:nvPr>
        </p:nvSpPr>
        <p:spPr>
          <a:xfrm>
            <a:off x="320040" y="1353312"/>
            <a:ext cx="3246120" cy="530352"/>
          </a:xfrm>
          <a:prstGeom prst="rect">
            <a:avLst/>
          </a:prstGeom>
          <a:noFill/>
          <a:ln/>
        </p:spPr>
        <p:txBody>
          <a:bodyPr wrap="square" lIns="0" tIns="0" rIns="0" bIns="0" rtlCol="0" anchor="t">
            <a:normAutofit/>
          </a:body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NZALC delivered ELDA Lead Systems to 27 NZ Army and Australian Defence Force personnel from 7 to 14 August 2026. The activity was a three-day rogaine culminating in a whitewater rafting descent.</a:t>
            </a:r>
            <a:endParaRPr lang="en-US" sz="850" dirty="0"/>
          </a:p>
        </p:txBody>
      </p:sp>
      <p:sp>
        <p:nvSpPr>
          <p:cNvPr id="6" name="Text 9"/>
          <p:cNvSpPr/>
          <p:nvPr>
            <p:ph idx="115" type="body" hasCustomPrompt="1"/>
          </p:nvPr>
        </p:nvSpPr>
        <p:spPr>
          <a:xfrm>
            <a:off x="320040" y="2139696"/>
            <a:ext cx="3246120" cy="566928"/>
          </a:xfrm>
          <a:prstGeom prst="rect">
            <a:avLst/>
          </a:prstGeom>
          <a:noFill/>
          <a:ln/>
        </p:spPr>
        <p:txBody>
          <a:bodyPr wrap="square" lIns="0" tIns="0" rIns="0" bIns="0" rtlCol="0" anchor="t">
            <a:normAutofit/>
          </a:body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To enhance leadership and warrior ethos through the conduct of a challenging multisport activity, supported by leadership tools, psychometrics, reflection and behaviour selection.</a:t>
            </a:r>
            <a:endParaRPr lang="en-US" sz="850" dirty="0"/>
          </a:p>
        </p:txBody>
      </p:sp>
      <p:sp>
        <p:nvSpPr>
          <p:cNvPr id="7" name="Text 11"/>
          <p:cNvSpPr/>
          <p:nvPr>
            <p:ph idx="118" type="body" hasCustomPrompt="1"/>
          </p:nvPr>
        </p:nvSpPr>
        <p:spPr>
          <a:xfrm>
            <a:off x="320040" y="2962656"/>
            <a:ext cx="3246120" cy="932688"/>
          </a:xfrm>
          <a:prstGeom prst="rect">
            <a:avLst/>
          </a:prstGeom>
          <a:noFill/>
          <a:ln/>
        </p:spPr>
        <p:txBody>
          <a:bodyPr wrap="square" lIns="0" tIns="0" rIns="0" bIns="0" rtlCol="0" anchor="t">
            <a:normAutofit/>
          </a:body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The rogaine forced planning and execution against incomplete information, giving direct evidence of resilience, judgement and teamwork under pressure.</a:t>
            </a:r>
            <a:endParaRPr lang="en-US" sz="850" dirty="0"/>
          </a:p>
          <a:p>
            <a:pPr indent="0" marL="0">
              <a:spcAft>
                <a:spcPts val="300"/>
              </a:spcAft>
              <a:buNone/>
            </a:pPr>
            <a:r>
              <a:rPr lang="en-US" sz="850" dirty="0">
                <a:solidFill>
                  <a:srgbClr val="222222"/>
                </a:solidFill>
                <a:latin typeface="Arial" pitchFamily="34" charset="0"/>
                <a:ea typeface="Arial" pitchFamily="34" charset="-122"/>
                <a:cs typeface="Arial" pitchFamily="34" charset="-120"/>
              </a:rPr>
              <a:t>Leadership diagnostics, structured debriefs and individual Leadership Development Plans converted reflection into readiness, building the combat mindset required at lead systems level. Training alongside ADF personnel strengthened joint leadership development ties.</a:t>
            </a:r>
            <a:endParaRPr lang="en-US" sz="850" dirty="0"/>
          </a:p>
        </p:txBody>
      </p:sp>
      <p:sp>
        <p:nvSpPr>
          <p:cNvPr id="8" name="Text 13"/>
          <p:cNvSpPr/>
          <p:nvPr>
            <p:ph idx="121" type="body" hasCustomPrompt="1"/>
          </p:nvPr>
        </p:nvSpPr>
        <p:spPr>
          <a:xfrm>
            <a:off x="320040" y="4151376"/>
            <a:ext cx="3246120" cy="530352"/>
          </a:xfrm>
          <a:prstGeom prst="rect">
            <a:avLst/>
          </a:prstGeom>
          <a:noFill/>
          <a:ln/>
        </p:spPr>
        <p:txBody>
          <a:bodyPr wrap="square" lIns="0" tIns="0" rIns="0" bIns="0" rtlCol="0" anchor="t">
            <a:normAutofit/>
          </a:bodyPr>
          <a:lstStyle/>
          <a:p>
            <a:pPr indent="0" marL="0">
              <a:spcAft>
                <a:spcPts val="300"/>
              </a:spcAft>
              <a:buNone/>
            </a:pPr>
            <a:r>
              <a:rPr lang="en-US" sz="850" dirty="0">
                <a:solidFill>
                  <a:srgbClr val="222222"/>
                </a:solidFill>
                <a:latin typeface="Arial" pitchFamily="34" charset="0"/>
                <a:ea typeface="Arial" pitchFamily="34" charset="-122"/>
                <a:cs typeface="Arial" pitchFamily="34" charset="-120"/>
              </a:rPr>
              <a:t>All personnel completed ELDA Lead Systems. Student evaluations indicate a well-conducted course. </a:t>
            </a:r>
            <a:pPr indent="0" marL="0">
              <a:spcAft>
                <a:spcPts val="300"/>
              </a:spcAft>
              <a:buNone/>
            </a:pPr>
            <a:r>
              <a:rPr lang="en-US" sz="850" i="1" dirty="0">
                <a:solidFill>
                  <a:srgbClr val="002516"/>
                </a:solidFill>
                <a:latin typeface="Arial" pitchFamily="34" charset="0"/>
                <a:ea typeface="Arial" pitchFamily="34" charset="-122"/>
                <a:cs typeface="Arial" pitchFamily="34" charset="-120"/>
              </a:rPr>
              <a:t>“An excellent course that required a high level of personal drive and commitment, whilst also reinforcing the importance of working as a team towards a common goal.”</a:t>
            </a:r>
            <a:endParaRPr lang="en-US" sz="850" dirty="0"/>
          </a:p>
        </p:txBody>
      </p:sp>
      <p:pic>
        <p:nvPicPr>
          <p:cNvPr id="9" name="Image 1" descr="preencoded.png">    </p:cNvPr>
          <p:cNvPicPr>
            <a:picLocks noChangeAspect="1"/>
          </p:cNvPicPr>
          <p:nvPr/>
        </p:nvPicPr>
        <p:blipFill>
          <a:blip r:embed="rId2"/>
          <a:stretch>
            <a:fillRect/>
          </a:stretch>
        </p:blipFill>
        <p:spPr>
          <a:xfrm>
            <a:off x="3794760" y="1188720"/>
            <a:ext cx="2468880" cy="1440180"/>
          </a:xfrm>
          <a:prstGeom prst="rect">
            <a:avLst/>
          </a:prstGeom>
        </p:spPr>
      </p:pic>
      <p:pic>
        <p:nvPicPr>
          <p:cNvPr id="10" name="Image 2" descr="preencoded.png">    </p:cNvPr>
          <p:cNvPicPr>
            <a:picLocks noChangeAspect="1"/>
          </p:cNvPicPr>
          <p:nvPr/>
        </p:nvPicPr>
        <p:blipFill>
          <a:blip r:embed="rId3"/>
          <a:stretch>
            <a:fillRect/>
          </a:stretch>
        </p:blipFill>
        <p:spPr>
          <a:xfrm>
            <a:off x="6355080" y="1188720"/>
            <a:ext cx="2468880" cy="1440180"/>
          </a:xfrm>
          <a:prstGeom prst="rect">
            <a:avLst/>
          </a:prstGeom>
        </p:spPr>
      </p:pic>
      <p:pic>
        <p:nvPicPr>
          <p:cNvPr id="11" name="Image 3" descr="preencoded.png">    </p:cNvPr>
          <p:cNvPicPr>
            <a:picLocks noChangeAspect="1"/>
          </p:cNvPicPr>
          <p:nvPr/>
        </p:nvPicPr>
        <p:blipFill>
          <a:blip r:embed="rId4"/>
          <a:stretch>
            <a:fillRect/>
          </a:stretch>
        </p:blipFill>
        <p:spPr>
          <a:xfrm>
            <a:off x="3794760" y="2720340"/>
            <a:ext cx="2468880" cy="1440180"/>
          </a:xfrm>
          <a:prstGeom prst="rect">
            <a:avLst/>
          </a:prstGeom>
        </p:spPr>
      </p:pic>
      <p:pic>
        <p:nvPicPr>
          <p:cNvPr id="12" name="Image 4" descr="preencoded.png">    </p:cNvPr>
          <p:cNvPicPr>
            <a:picLocks noChangeAspect="1"/>
          </p:cNvPicPr>
          <p:nvPr/>
        </p:nvPicPr>
        <p:blipFill>
          <a:blip r:embed="rId5"/>
          <a:stretch>
            <a:fillRect/>
          </a:stretch>
        </p:blipFill>
        <p:spPr>
          <a:xfrm>
            <a:off x="6355080" y="2720340"/>
            <a:ext cx="2468880" cy="1440180"/>
          </a:xfrm>
          <a:prstGeom prst="rect">
            <a:avLst/>
          </a:prstGeom>
        </p:spPr>
      </p:pic>
      <p:sp>
        <p:nvSpPr>
          <p:cNvPr id="13" name="Shape 6"/>
          <p:cNvSpPr/>
          <p:nvPr/>
        </p:nvSpPr>
        <p:spPr>
          <a:xfrm>
            <a:off x="3877056" y="1271016"/>
            <a:ext cx="237744" cy="237744"/>
          </a:xfrm>
          <a:prstGeom prst="ellipse">
            <a:avLst/>
          </a:prstGeom>
          <a:solidFill>
            <a:srgbClr val="000000"/>
          </a:solidFill>
          <a:ln w="12700">
            <a:solidFill>
              <a:srgbClr val="000000"/>
            </a:solidFill>
            <a:prstDash val="solid"/>
          </a:ln>
        </p:spPr>
      </p:sp>
      <p:sp>
        <p:nvSpPr>
          <p:cNvPr id="14" name="Text 7"/>
          <p:cNvSpPr txBox="1"/>
          <p:nvPr/>
        </p:nvSpPr>
        <p:spPr>
          <a:xfrm>
            <a:off x="3877056" y="1271016"/>
            <a:ext cx="23774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1</a:t>
            </a:r>
            <a:endParaRPr lang="en-US" sz="800" dirty="0"/>
          </a:p>
        </p:txBody>
      </p:sp>
      <p:sp>
        <p:nvSpPr>
          <p:cNvPr id="15" name="Shape 8"/>
          <p:cNvSpPr/>
          <p:nvPr/>
        </p:nvSpPr>
        <p:spPr>
          <a:xfrm>
            <a:off x="6437376" y="1271016"/>
            <a:ext cx="237744" cy="237744"/>
          </a:xfrm>
          <a:prstGeom prst="ellipse">
            <a:avLst/>
          </a:prstGeom>
          <a:solidFill>
            <a:srgbClr val="000000"/>
          </a:solidFill>
          <a:ln w="12700">
            <a:solidFill>
              <a:srgbClr val="000000"/>
            </a:solidFill>
            <a:prstDash val="solid"/>
          </a:ln>
        </p:spPr>
      </p:sp>
      <p:sp>
        <p:nvSpPr>
          <p:cNvPr id="16" name="Text 9"/>
          <p:cNvSpPr txBox="1"/>
          <p:nvPr/>
        </p:nvSpPr>
        <p:spPr>
          <a:xfrm>
            <a:off x="6437376" y="1271016"/>
            <a:ext cx="23774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2</a:t>
            </a:r>
            <a:endParaRPr lang="en-US" sz="800" dirty="0"/>
          </a:p>
        </p:txBody>
      </p:sp>
      <p:sp>
        <p:nvSpPr>
          <p:cNvPr id="17" name="Shape 10"/>
          <p:cNvSpPr/>
          <p:nvPr/>
        </p:nvSpPr>
        <p:spPr>
          <a:xfrm>
            <a:off x="3877056" y="2802636"/>
            <a:ext cx="237744" cy="237744"/>
          </a:xfrm>
          <a:prstGeom prst="ellipse">
            <a:avLst/>
          </a:prstGeom>
          <a:solidFill>
            <a:srgbClr val="000000"/>
          </a:solidFill>
          <a:ln w="12700">
            <a:solidFill>
              <a:srgbClr val="000000"/>
            </a:solidFill>
            <a:prstDash val="solid"/>
          </a:ln>
        </p:spPr>
      </p:sp>
      <p:sp>
        <p:nvSpPr>
          <p:cNvPr id="18" name="Text 11"/>
          <p:cNvSpPr txBox="1"/>
          <p:nvPr/>
        </p:nvSpPr>
        <p:spPr>
          <a:xfrm>
            <a:off x="3877056" y="2802636"/>
            <a:ext cx="23774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3</a:t>
            </a:r>
            <a:endParaRPr lang="en-US" sz="800" dirty="0"/>
          </a:p>
        </p:txBody>
      </p:sp>
      <p:sp>
        <p:nvSpPr>
          <p:cNvPr id="19" name="Shape 12"/>
          <p:cNvSpPr/>
          <p:nvPr/>
        </p:nvSpPr>
        <p:spPr>
          <a:xfrm>
            <a:off x="6437376" y="2802636"/>
            <a:ext cx="237744" cy="237744"/>
          </a:xfrm>
          <a:prstGeom prst="ellipse">
            <a:avLst/>
          </a:prstGeom>
          <a:solidFill>
            <a:srgbClr val="000000"/>
          </a:solidFill>
          <a:ln w="12700">
            <a:solidFill>
              <a:srgbClr val="000000"/>
            </a:solidFill>
            <a:prstDash val="solid"/>
          </a:ln>
        </p:spPr>
      </p:sp>
      <p:sp>
        <p:nvSpPr>
          <p:cNvPr id="20" name="Text 13"/>
          <p:cNvSpPr txBox="1"/>
          <p:nvPr/>
        </p:nvSpPr>
        <p:spPr>
          <a:xfrm>
            <a:off x="6437376" y="2802636"/>
            <a:ext cx="237744"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4</a:t>
            </a:r>
            <a:endParaRPr lang="en-US" sz="800" dirty="0"/>
          </a:p>
        </p:txBody>
      </p:sp>
      <p:sp>
        <p:nvSpPr>
          <p:cNvPr id="21" name="Text 13"/>
          <p:cNvSpPr/>
          <p:nvPr>
            <p:ph idx="126" type="body" hasCustomPrompt="1"/>
          </p:nvPr>
        </p:nvSpPr>
        <p:spPr>
          <a:xfrm>
            <a:off x="3794760" y="4251960"/>
            <a:ext cx="5029200" cy="384048"/>
          </a:xfrm>
          <a:prstGeom prst="rect">
            <a:avLst/>
          </a:prstGeom>
          <a:noFill/>
          <a:ln/>
        </p:spPr>
        <p:txBody>
          <a:bodyPr wrap="square" lIns="0" tIns="0" rIns="0" bIns="0" rtlCol="0" anchor="t">
            <a:normAutofit/>
          </a:bodyPr>
          <a:lstStyle/>
          <a:p>
            <a:pPr indent="0" marL="0">
              <a:buNone/>
            </a:pPr>
            <a:r>
              <a:rPr lang="en-US" sz="750" b="1" dirty="0">
                <a:solidFill>
                  <a:srgbClr val="000000"/>
                </a:solidFill>
                <a:latin typeface="Arial" pitchFamily="34" charset="0"/>
                <a:ea typeface="Arial" pitchFamily="34" charset="-122"/>
                <a:cs typeface="Arial" pitchFamily="34" charset="-120"/>
              </a:rPr>
              <a:t>1  </a:t>
            </a:r>
            <a:pPr indent="0" marL="0">
              <a:buNone/>
            </a:pPr>
            <a:r>
              <a:rPr lang="en-US" sz="750" dirty="0">
                <a:solidFill>
                  <a:srgbClr val="5F5F5A"/>
                </a:solidFill>
                <a:latin typeface="Arial" pitchFamily="34" charset="0"/>
                <a:ea typeface="Arial" pitchFamily="34" charset="-122"/>
                <a:cs typeface="Arial" pitchFamily="34" charset="-120"/>
              </a:rPr>
              <a:t>Whitewater descent, day three   ·   </a:t>
            </a:r>
            <a:pPr indent="0" marL="0">
              <a:buNone/>
            </a:pPr>
            <a:r>
              <a:rPr lang="en-US" sz="750" b="1" dirty="0">
                <a:solidFill>
                  <a:srgbClr val="000000"/>
                </a:solidFill>
                <a:latin typeface="Arial" pitchFamily="34" charset="0"/>
                <a:ea typeface="Arial" pitchFamily="34" charset="-122"/>
                <a:cs typeface="Arial" pitchFamily="34" charset="-120"/>
              </a:rPr>
              <a:t>2  </a:t>
            </a:r>
            <a:pPr indent="0" marL="0">
              <a:buNone/>
            </a:pPr>
            <a:r>
              <a:rPr lang="en-US" sz="750" dirty="0">
                <a:solidFill>
                  <a:srgbClr val="5F5F5A"/>
                </a:solidFill>
                <a:latin typeface="Arial" pitchFamily="34" charset="0"/>
                <a:ea typeface="Arial" pitchFamily="34" charset="-122"/>
                <a:cs typeface="Arial" pitchFamily="34" charset="-120"/>
              </a:rPr>
              <a:t>Lake leg of the rogaine   ·   </a:t>
            </a:r>
            <a:pPr indent="0" marL="0">
              <a:buNone/>
            </a:pPr>
            <a:r>
              <a:rPr lang="en-US" sz="750" b="1" dirty="0">
                <a:solidFill>
                  <a:srgbClr val="000000"/>
                </a:solidFill>
                <a:latin typeface="Arial" pitchFamily="34" charset="0"/>
                <a:ea typeface="Arial" pitchFamily="34" charset="-122"/>
                <a:cs typeface="Arial" pitchFamily="34" charset="-120"/>
              </a:rPr>
              <a:t>3  </a:t>
            </a:r>
            <a:pPr indent="0" marL="0">
              <a:buNone/>
            </a:pPr>
            <a:r>
              <a:rPr lang="en-US" sz="750" dirty="0">
                <a:solidFill>
                  <a:srgbClr val="5F5F5A"/>
                </a:solidFill>
                <a:latin typeface="Arial" pitchFamily="34" charset="0"/>
                <a:ea typeface="Arial" pitchFamily="34" charset="-122"/>
                <a:cs typeface="Arial" pitchFamily="34" charset="-120"/>
              </a:rPr>
              <a:t>Night navigation planning   ·   </a:t>
            </a:r>
            <a:pPr indent="0" marL="0">
              <a:buNone/>
            </a:pPr>
            <a:r>
              <a:rPr lang="en-US" sz="750" b="1" dirty="0">
                <a:solidFill>
                  <a:srgbClr val="000000"/>
                </a:solidFill>
                <a:latin typeface="Arial" pitchFamily="34" charset="0"/>
                <a:ea typeface="Arial" pitchFamily="34" charset="-122"/>
                <a:cs typeface="Arial" pitchFamily="34" charset="-120"/>
              </a:rPr>
              <a:t>4  </a:t>
            </a:r>
            <a:pPr indent="0" marL="0">
              <a:buNone/>
            </a:pPr>
            <a:r>
              <a:rPr lang="en-US" sz="750" dirty="0">
                <a:solidFill>
                  <a:srgbClr val="5F5F5A"/>
                </a:solidFill>
                <a:latin typeface="Arial" pitchFamily="34" charset="0"/>
                <a:ea typeface="Arial" pitchFamily="34" charset="-122"/>
                <a:cs typeface="Arial" pitchFamily="34" charset="-120"/>
              </a:rPr>
              <a:t>Course group with ADF personnel</a:t>
            </a:r>
            <a:endParaRPr lang="en-US" sz="750" dirty="0"/>
          </a:p>
        </p:txBody>
      </p:sp>
      <p:sp>
        <p:nvSpPr>
          <p:cNvPr id="22" name="Text 15"/>
          <p:cNvSpPr txBox="1"/>
          <p:nvPr/>
        </p:nvSpPr>
        <p:spPr>
          <a:xfrm>
            <a:off x="1188720" y="4782312"/>
            <a:ext cx="731520" cy="219456"/>
          </a:xfrm>
          <a:prstGeom prst="rect">
            <a:avLst>
              <a:gd name="adj" fmla="val 50000"/>
            </a:avLst>
          </a:prstGeom>
          <a:noFill/>
          <a:ln w="9525">
            <a:solidFill>
              <a:srgbClr val="A89662"/>
            </a:solidFill>
          </a:ln>
        </p:spPr>
        <p:txBody>
          <a:bodyPr wrap="square" lIns="0" tIns="0" rIns="0" bIns="0" rtlCol="0" anchor="ctr"/>
          <a:lstStyle/>
          <a:p>
            <a:pPr algn="ctr" indent="0" marL="0">
              <a:buNone/>
            </a:pPr>
            <a:r>
              <a:rPr lang="en-US" sz="700" b="1" spc="200" kern="0" dirty="0">
                <a:solidFill>
                  <a:srgbClr val="A89662"/>
                </a:solidFill>
                <a:latin typeface="Arial" pitchFamily="34" charset="0"/>
                <a:ea typeface="Arial" pitchFamily="34" charset="-122"/>
                <a:cs typeface="Arial" pitchFamily="34" charset="-120"/>
              </a:rPr>
              <a:t>EXAMPLE</a:t>
            </a:r>
            <a:endParaRPr lang="en-US" sz="700" dirty="0"/>
          </a:p>
        </p:txBody>
      </p:sp>
      <p:sp>
        <p:nvSpPr>
          <p:cNvPr id="24" name="Text 3"/>
          <p:cNvSpPr/>
          <p:nvPr>
            <p:ph idx="106" hasCustomPrompt="1"/>
          </p:nvPr>
        </p:nvSpPr>
        <p:spPr>
          <a:xfrm>
            <a:off x="8037576" y="274320"/>
            <a:ext cx="640080" cy="640080"/>
          </a:xfrm>
          <a:prstGeom prst="rect">
            <a:avLst/>
          </a:prstGeom>
          <a:noFill/>
          <a:ln/>
        </p:spPr>
        <p:txBody>
          <a:bodyPr wrap="square" rtlCol="0">
            <a:normAutofit/>
          </a:bodyPr>
          <a:lstStyle/>
          <a:p>
            <a:pPr indent="0" marL="0">
              <a:buNone/>
            </a:pPr>
            <a:endParaRPr lang="en-US" dirty="0"/>
          </a:p>
        </p:txBody>
      </p:sp>
      <p:sp>
        <p:nvSpPr>
          <p:cNvPr id="25" name="Text 13"/>
          <p:cNvSpPr/>
          <p:nvPr>
            <p:ph idx="122" hasCustomPrompt="1"/>
          </p:nvPr>
        </p:nvSpPr>
        <p:spPr>
          <a:xfrm>
            <a:off x="3794760" y="1188720"/>
            <a:ext cx="2468880" cy="1440180"/>
          </a:xfrm>
          <a:prstGeom prst="rect">
            <a:avLst/>
          </a:prstGeom>
          <a:noFill/>
          <a:ln/>
        </p:spPr>
        <p:txBody>
          <a:bodyPr wrap="square" rtlCol="0">
            <a:normAutofit/>
          </a:bodyPr>
          <a:lstStyle/>
          <a:p>
            <a:pPr indent="0" marL="0">
              <a:buNone/>
            </a:pPr>
            <a:endParaRPr lang="en-US" dirty="0"/>
          </a:p>
        </p:txBody>
      </p:sp>
      <p:sp>
        <p:nvSpPr>
          <p:cNvPr id="26" name="Text 13"/>
          <p:cNvSpPr/>
          <p:nvPr>
            <p:ph idx="123" hasCustomPrompt="1"/>
          </p:nvPr>
        </p:nvSpPr>
        <p:spPr>
          <a:xfrm>
            <a:off x="6355080" y="1188720"/>
            <a:ext cx="2468880" cy="1440180"/>
          </a:xfrm>
          <a:prstGeom prst="rect">
            <a:avLst/>
          </a:prstGeom>
          <a:noFill/>
          <a:ln/>
        </p:spPr>
        <p:txBody>
          <a:bodyPr wrap="square" rtlCol="0">
            <a:normAutofit/>
          </a:bodyPr>
          <a:lstStyle/>
          <a:p>
            <a:pPr indent="0" marL="0">
              <a:buNone/>
            </a:pPr>
            <a:endParaRPr lang="en-US" dirty="0"/>
          </a:p>
        </p:txBody>
      </p:sp>
      <p:sp>
        <p:nvSpPr>
          <p:cNvPr id="27" name="Text 13"/>
          <p:cNvSpPr/>
          <p:nvPr>
            <p:ph idx="124" hasCustomPrompt="1"/>
          </p:nvPr>
        </p:nvSpPr>
        <p:spPr>
          <a:xfrm>
            <a:off x="3794760" y="2720340"/>
            <a:ext cx="2468880" cy="1440180"/>
          </a:xfrm>
          <a:prstGeom prst="rect">
            <a:avLst/>
          </a:prstGeom>
          <a:noFill/>
          <a:ln/>
        </p:spPr>
        <p:txBody>
          <a:bodyPr wrap="square" rtlCol="0">
            <a:normAutofit/>
          </a:bodyPr>
          <a:lstStyle/>
          <a:p>
            <a:pPr indent="0" marL="0">
              <a:buNone/>
            </a:pPr>
            <a:endParaRPr lang="en-US" dirty="0"/>
          </a:p>
        </p:txBody>
      </p:sp>
      <p:sp>
        <p:nvSpPr>
          <p:cNvPr id="28" name="Text 13"/>
          <p:cNvSpPr/>
          <p:nvPr>
            <p:ph idx="125" hasCustomPrompt="1"/>
          </p:nvPr>
        </p:nvSpPr>
        <p:spPr>
          <a:xfrm>
            <a:off x="6355080" y="2720340"/>
            <a:ext cx="2468880" cy="1440180"/>
          </a:xfrm>
          <a:prstGeom prst="rect">
            <a:avLst/>
          </a:prstGeom>
          <a:noFill/>
          <a:ln/>
        </p:spPr>
        <p:txBody>
          <a:bodyPr wrap="square" rtlCol="0">
            <a:normAutofit/>
          </a:bodyPr>
          <a:lstStyle/>
          <a:p>
            <a:pPr indent="0" marL="0">
              <a:buNone/>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320040" y="292608"/>
            <a:ext cx="5486400" cy="384048"/>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ATG Storyboard</a:t>
            </a:r>
            <a:endParaRPr lang="en-US" sz="2000" dirty="0"/>
          </a:p>
        </p:txBody>
      </p:sp>
      <p:sp>
        <p:nvSpPr>
          <p:cNvPr id="3" name="Text 1"/>
          <p:cNvSpPr txBox="1"/>
          <p:nvPr/>
        </p:nvSpPr>
        <p:spPr>
          <a:xfrm>
            <a:off x="320040" y="676656"/>
            <a:ext cx="6400800" cy="182880"/>
          </a:xfrm>
          <a:prstGeom prst="rect">
            <a:avLst/>
          </a:prstGeom>
          <a:noFill/>
          <a:ln/>
        </p:spPr>
        <p:txBody>
          <a:bodyPr wrap="square" lIns="0" tIns="0" rIns="0" bIns="0" rtlCol="0" anchor="ctr"/>
          <a:lstStyle/>
          <a:p>
            <a:pPr indent="0" marL="0">
              <a:buNone/>
            </a:pPr>
            <a:r>
              <a:rPr lang="en-US" sz="800" dirty="0">
                <a:solidFill>
                  <a:srgbClr val="5F5F5A"/>
                </a:solidFill>
                <a:latin typeface="Arial" pitchFamily="34" charset="0"/>
                <a:ea typeface="Arial" pitchFamily="34" charset="-122"/>
                <a:cs typeface="Arial" pitchFamily="34" charset="-120"/>
              </a:rPr>
              <a:t>How to complete and submit the board  ·  template in use from 15 Oct 25</a:t>
            </a:r>
            <a:endParaRPr lang="en-US" sz="800" dirty="0"/>
          </a:p>
        </p:txBody>
      </p:sp>
      <p:sp>
        <p:nvSpPr>
          <p:cNvPr id="4" name="Text 2"/>
          <p:cNvSpPr txBox="1"/>
          <p:nvPr/>
        </p:nvSpPr>
        <p:spPr>
          <a:xfrm>
            <a:off x="320040" y="1078992"/>
            <a:ext cx="5486400" cy="201168"/>
          </a:xfrm>
          <a:prstGeom prst="rect">
            <a:avLst/>
          </a:prstGeom>
          <a:noFill/>
          <a:ln/>
        </p:spPr>
        <p:txBody>
          <a:bodyPr wrap="square" lIns="0" tIns="0" rIns="0" bIns="0" rtlCol="0" anchor="t"/>
          <a:lstStyle/>
          <a:p>
            <a:pPr indent="0" marL="0">
              <a:buNone/>
            </a:pPr>
            <a:r>
              <a:rPr lang="en-US" sz="1000" b="1" dirty="0">
                <a:solidFill>
                  <a:srgbClr val="A89662"/>
                </a:solidFill>
                <a:latin typeface="Arial" pitchFamily="34" charset="0"/>
                <a:ea typeface="Arial" pitchFamily="34" charset="-122"/>
                <a:cs typeface="Arial" pitchFamily="34" charset="-120"/>
              </a:rPr>
              <a:t>01  </a:t>
            </a:r>
            <a:pPr indent="0" marL="0">
              <a:buNone/>
            </a:pPr>
            <a:r>
              <a:rPr lang="en-US" sz="850" b="1" spc="250" kern="0" dirty="0">
                <a:solidFill>
                  <a:srgbClr val="002516"/>
                </a:solidFill>
                <a:latin typeface="Arial" pitchFamily="34" charset="0"/>
                <a:ea typeface="Arial" pitchFamily="34" charset="-122"/>
                <a:cs typeface="Arial" pitchFamily="34" charset="-120"/>
              </a:rPr>
              <a:t>SUBMISSION</a:t>
            </a:r>
            <a:endParaRPr lang="en-US" sz="1000" dirty="0"/>
          </a:p>
        </p:txBody>
      </p:sp>
      <p:sp>
        <p:nvSpPr>
          <p:cNvPr id="5" name="Text 3"/>
          <p:cNvSpPr txBox="1"/>
          <p:nvPr/>
        </p:nvSpPr>
        <p:spPr>
          <a:xfrm>
            <a:off x="576072" y="1261872"/>
            <a:ext cx="7315200" cy="182880"/>
          </a:xfrm>
          <a:prstGeom prst="rect">
            <a:avLst/>
          </a:prstGeom>
          <a:noFill/>
          <a:ln/>
        </p:spPr>
        <p:txBody>
          <a:bodyPr wrap="square" lIns="0" tIns="0" rIns="0" bIns="0" rtlCol="0" anchor="ctr"/>
          <a:lstStyle/>
          <a:p>
            <a:pPr indent="0" marL="0">
              <a:buNone/>
            </a:pPr>
            <a:r>
              <a:rPr lang="en-US" sz="800" dirty="0">
                <a:solidFill>
                  <a:srgbClr val="5F5F5A"/>
                </a:solidFill>
                <a:latin typeface="Arial" pitchFamily="34" charset="0"/>
                <a:ea typeface="Arial" pitchFamily="34" charset="-122"/>
                <a:cs typeface="Arial" pitchFamily="34" charset="-120"/>
              </a:rPr>
              <a:t>The board moves from the unit to ATG Registry, is checked, and is released once approved.</a:t>
            </a:r>
            <a:endParaRPr lang="en-US" sz="800" dirty="0"/>
          </a:p>
        </p:txBody>
      </p:sp>
      <p:sp>
        <p:nvSpPr>
          <p:cNvPr id="6" name="Shape 4"/>
          <p:cNvSpPr/>
          <p:nvPr/>
        </p:nvSpPr>
        <p:spPr>
          <a:xfrm>
            <a:off x="320040" y="1481328"/>
            <a:ext cx="1173480" cy="457200"/>
          </a:xfrm>
          <a:prstGeom prst="roundRect">
            <a:avLst>
              <a:gd name="adj" fmla="val 12000"/>
            </a:avLst>
          </a:prstGeom>
          <a:solidFill>
            <a:srgbClr val="F6F6F3"/>
          </a:solidFill>
          <a:ln w="12700">
            <a:solidFill>
              <a:srgbClr val="F6F6F3"/>
            </a:solidFill>
            <a:prstDash val="solid"/>
          </a:ln>
        </p:spPr>
      </p:sp>
      <p:sp>
        <p:nvSpPr>
          <p:cNvPr id="7" name="Text 5"/>
          <p:cNvSpPr txBox="1"/>
          <p:nvPr/>
        </p:nvSpPr>
        <p:spPr>
          <a:xfrm>
            <a:off x="393192"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000000"/>
                </a:solidFill>
                <a:latin typeface="Arial" pitchFamily="34" charset="0"/>
                <a:ea typeface="Arial" pitchFamily="34" charset="-122"/>
                <a:cs typeface="Arial" pitchFamily="34" charset="-120"/>
              </a:rPr>
              <a:t>Unit</a:t>
            </a:r>
            <a:endParaRPr lang="en-US" sz="850" dirty="0"/>
          </a:p>
        </p:txBody>
      </p:sp>
      <p:sp>
        <p:nvSpPr>
          <p:cNvPr id="8" name="Shape 6"/>
          <p:cNvSpPr/>
          <p:nvPr/>
        </p:nvSpPr>
        <p:spPr>
          <a:xfrm>
            <a:off x="1548384" y="1709928"/>
            <a:ext cx="182880" cy="0"/>
          </a:xfrm>
          <a:prstGeom prst="line">
            <a:avLst/>
          </a:prstGeom>
          <a:noFill/>
          <a:ln w="15875">
            <a:solidFill>
              <a:srgbClr val="A89662"/>
            </a:solidFill>
            <a:prstDash val="solid"/>
            <a:tailEnd type="triangle"/>
          </a:ln>
        </p:spPr>
      </p:sp>
      <p:sp>
        <p:nvSpPr>
          <p:cNvPr id="9" name="Shape 7"/>
          <p:cNvSpPr/>
          <p:nvPr/>
        </p:nvSpPr>
        <p:spPr>
          <a:xfrm>
            <a:off x="1786128" y="1481328"/>
            <a:ext cx="1173480" cy="457200"/>
          </a:xfrm>
          <a:prstGeom prst="roundRect">
            <a:avLst>
              <a:gd name="adj" fmla="val 12000"/>
            </a:avLst>
          </a:prstGeom>
          <a:solidFill>
            <a:srgbClr val="F6F6F3"/>
          </a:solidFill>
          <a:ln w="12700">
            <a:solidFill>
              <a:srgbClr val="F6F6F3"/>
            </a:solidFill>
            <a:prstDash val="solid"/>
          </a:ln>
        </p:spPr>
      </p:sp>
      <p:sp>
        <p:nvSpPr>
          <p:cNvPr id="10" name="Text 8"/>
          <p:cNvSpPr txBox="1"/>
          <p:nvPr/>
        </p:nvSpPr>
        <p:spPr>
          <a:xfrm>
            <a:off x="1859280"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000000"/>
                </a:solidFill>
                <a:latin typeface="Arial" pitchFamily="34" charset="0"/>
                <a:ea typeface="Arial" pitchFamily="34" charset="-122"/>
                <a:cs typeface="Arial" pitchFamily="34" charset="-120"/>
              </a:rPr>
              <a:t>ATG Registry</a:t>
            </a:r>
            <a:endParaRPr lang="en-US" sz="850" dirty="0"/>
          </a:p>
        </p:txBody>
      </p:sp>
      <p:sp>
        <p:nvSpPr>
          <p:cNvPr id="11" name="Shape 9"/>
          <p:cNvSpPr/>
          <p:nvPr/>
        </p:nvSpPr>
        <p:spPr>
          <a:xfrm>
            <a:off x="3014472" y="1709928"/>
            <a:ext cx="182880" cy="0"/>
          </a:xfrm>
          <a:prstGeom prst="line">
            <a:avLst/>
          </a:prstGeom>
          <a:noFill/>
          <a:ln w="15875">
            <a:solidFill>
              <a:srgbClr val="A89662"/>
            </a:solidFill>
            <a:prstDash val="solid"/>
            <a:tailEnd type="triangle"/>
          </a:ln>
        </p:spPr>
      </p:sp>
      <p:sp>
        <p:nvSpPr>
          <p:cNvPr id="12" name="Shape 10"/>
          <p:cNvSpPr/>
          <p:nvPr/>
        </p:nvSpPr>
        <p:spPr>
          <a:xfrm>
            <a:off x="3252216" y="1481328"/>
            <a:ext cx="1173480" cy="457200"/>
          </a:xfrm>
          <a:prstGeom prst="roundRect">
            <a:avLst>
              <a:gd name="adj" fmla="val 12000"/>
            </a:avLst>
          </a:prstGeom>
          <a:solidFill>
            <a:srgbClr val="F6F6F3"/>
          </a:solidFill>
          <a:ln w="12700">
            <a:solidFill>
              <a:srgbClr val="F6F6F3"/>
            </a:solidFill>
            <a:prstDash val="solid"/>
          </a:ln>
        </p:spPr>
      </p:sp>
      <p:sp>
        <p:nvSpPr>
          <p:cNvPr id="13" name="Text 11"/>
          <p:cNvSpPr txBox="1"/>
          <p:nvPr/>
        </p:nvSpPr>
        <p:spPr>
          <a:xfrm>
            <a:off x="3325368"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000000"/>
                </a:solidFill>
                <a:latin typeface="Arial" pitchFamily="34" charset="0"/>
                <a:ea typeface="Arial" pitchFamily="34" charset="-122"/>
                <a:cs typeface="Arial" pitchFamily="34" charset="-120"/>
              </a:rPr>
              <a:t>ATG S75 check</a:t>
            </a:r>
            <a:endParaRPr lang="en-US" sz="850" dirty="0"/>
          </a:p>
        </p:txBody>
      </p:sp>
      <p:sp>
        <p:nvSpPr>
          <p:cNvPr id="14" name="Shape 12"/>
          <p:cNvSpPr/>
          <p:nvPr/>
        </p:nvSpPr>
        <p:spPr>
          <a:xfrm>
            <a:off x="4480560" y="1709928"/>
            <a:ext cx="182880" cy="0"/>
          </a:xfrm>
          <a:prstGeom prst="line">
            <a:avLst/>
          </a:prstGeom>
          <a:noFill/>
          <a:ln w="15875">
            <a:solidFill>
              <a:srgbClr val="A89662"/>
            </a:solidFill>
            <a:prstDash val="solid"/>
            <a:tailEnd type="triangle"/>
          </a:ln>
        </p:spPr>
      </p:sp>
      <p:sp>
        <p:nvSpPr>
          <p:cNvPr id="15" name="Shape 13"/>
          <p:cNvSpPr/>
          <p:nvPr/>
        </p:nvSpPr>
        <p:spPr>
          <a:xfrm>
            <a:off x="4718304" y="1481328"/>
            <a:ext cx="1173480" cy="457200"/>
          </a:xfrm>
          <a:prstGeom prst="roundRect">
            <a:avLst>
              <a:gd name="adj" fmla="val 12000"/>
            </a:avLst>
          </a:prstGeom>
          <a:solidFill>
            <a:srgbClr val="F6F6F3"/>
          </a:solidFill>
          <a:ln w="12700">
            <a:solidFill>
              <a:srgbClr val="F6F6F3"/>
            </a:solidFill>
            <a:prstDash val="solid"/>
          </a:ln>
        </p:spPr>
      </p:sp>
      <p:sp>
        <p:nvSpPr>
          <p:cNvPr id="16" name="Text 14"/>
          <p:cNvSpPr txBox="1"/>
          <p:nvPr/>
        </p:nvSpPr>
        <p:spPr>
          <a:xfrm>
            <a:off x="4791456"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000000"/>
                </a:solidFill>
                <a:latin typeface="Arial" pitchFamily="34" charset="0"/>
                <a:ea typeface="Arial" pitchFamily="34" charset="-122"/>
                <a:cs typeface="Arial" pitchFamily="34" charset="-120"/>
              </a:rPr>
              <a:t>CoS</a:t>
            </a:r>
            <a:endParaRPr lang="en-US" sz="850" dirty="0"/>
          </a:p>
        </p:txBody>
      </p:sp>
      <p:sp>
        <p:nvSpPr>
          <p:cNvPr id="17" name="Shape 15"/>
          <p:cNvSpPr/>
          <p:nvPr/>
        </p:nvSpPr>
        <p:spPr>
          <a:xfrm>
            <a:off x="5946648" y="1709928"/>
            <a:ext cx="182880" cy="0"/>
          </a:xfrm>
          <a:prstGeom prst="line">
            <a:avLst/>
          </a:prstGeom>
          <a:noFill/>
          <a:ln w="15875">
            <a:solidFill>
              <a:srgbClr val="A89662"/>
            </a:solidFill>
            <a:prstDash val="solid"/>
            <a:tailEnd type="triangle"/>
          </a:ln>
        </p:spPr>
      </p:sp>
      <p:sp>
        <p:nvSpPr>
          <p:cNvPr id="18" name="Shape 16"/>
          <p:cNvSpPr/>
          <p:nvPr/>
        </p:nvSpPr>
        <p:spPr>
          <a:xfrm>
            <a:off x="6184392" y="1481328"/>
            <a:ext cx="1173480" cy="457200"/>
          </a:xfrm>
          <a:prstGeom prst="roundRect">
            <a:avLst>
              <a:gd name="adj" fmla="val 12000"/>
            </a:avLst>
          </a:prstGeom>
          <a:solidFill>
            <a:srgbClr val="F6F6F3"/>
          </a:solidFill>
          <a:ln w="12700">
            <a:solidFill>
              <a:srgbClr val="F6F6F3"/>
            </a:solidFill>
            <a:prstDash val="solid"/>
          </a:ln>
        </p:spPr>
      </p:sp>
      <p:sp>
        <p:nvSpPr>
          <p:cNvPr id="19" name="Text 17"/>
          <p:cNvSpPr txBox="1"/>
          <p:nvPr/>
        </p:nvSpPr>
        <p:spPr>
          <a:xfrm>
            <a:off x="6257544"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000000"/>
                </a:solidFill>
                <a:latin typeface="Arial" pitchFamily="34" charset="0"/>
                <a:ea typeface="Arial" pitchFamily="34" charset="-122"/>
                <a:cs typeface="Arial" pitchFamily="34" charset="-120"/>
              </a:rPr>
              <a:t>Approved</a:t>
            </a:r>
            <a:endParaRPr lang="en-US" sz="850" dirty="0"/>
          </a:p>
        </p:txBody>
      </p:sp>
      <p:sp>
        <p:nvSpPr>
          <p:cNvPr id="20" name="Shape 18"/>
          <p:cNvSpPr/>
          <p:nvPr/>
        </p:nvSpPr>
        <p:spPr>
          <a:xfrm>
            <a:off x="7412736" y="1709928"/>
            <a:ext cx="182880" cy="0"/>
          </a:xfrm>
          <a:prstGeom prst="line">
            <a:avLst/>
          </a:prstGeom>
          <a:noFill/>
          <a:ln w="15875">
            <a:solidFill>
              <a:srgbClr val="A89662"/>
            </a:solidFill>
            <a:prstDash val="solid"/>
            <a:tailEnd type="triangle"/>
          </a:ln>
        </p:spPr>
      </p:sp>
      <p:sp>
        <p:nvSpPr>
          <p:cNvPr id="21" name="Shape 19"/>
          <p:cNvSpPr/>
          <p:nvPr/>
        </p:nvSpPr>
        <p:spPr>
          <a:xfrm>
            <a:off x="7650480" y="1481328"/>
            <a:ext cx="1173480" cy="457200"/>
          </a:xfrm>
          <a:prstGeom prst="roundRect">
            <a:avLst>
              <a:gd name="adj" fmla="val 12000"/>
            </a:avLst>
          </a:prstGeom>
          <a:solidFill>
            <a:srgbClr val="000000"/>
          </a:solidFill>
          <a:ln w="12700">
            <a:solidFill>
              <a:srgbClr val="000000"/>
            </a:solidFill>
            <a:prstDash val="solid"/>
          </a:ln>
        </p:spPr>
      </p:sp>
      <p:sp>
        <p:nvSpPr>
          <p:cNvPr id="22" name="Text 20"/>
          <p:cNvSpPr txBox="1"/>
          <p:nvPr/>
        </p:nvSpPr>
        <p:spPr>
          <a:xfrm>
            <a:off x="7723632" y="1481328"/>
            <a:ext cx="1027176" cy="457200"/>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rial" pitchFamily="34" charset="0"/>
                <a:ea typeface="Arial" pitchFamily="34" charset="-122"/>
                <a:cs typeface="Arial" pitchFamily="34" charset="-120"/>
              </a:rPr>
              <a:t>ATG Registry releases to OLCC</a:t>
            </a:r>
            <a:endParaRPr lang="en-US" sz="850" dirty="0"/>
          </a:p>
        </p:txBody>
      </p:sp>
      <p:sp>
        <p:nvSpPr>
          <p:cNvPr id="23" name="Shape 21"/>
          <p:cNvSpPr/>
          <p:nvPr/>
        </p:nvSpPr>
        <p:spPr>
          <a:xfrm>
            <a:off x="5305044" y="1938528"/>
            <a:ext cx="0" cy="274320"/>
          </a:xfrm>
          <a:prstGeom prst="line">
            <a:avLst/>
          </a:prstGeom>
          <a:noFill/>
          <a:ln w="12700">
            <a:solidFill>
              <a:srgbClr val="A89662"/>
            </a:solidFill>
            <a:prstDash val="dash"/>
          </a:ln>
        </p:spPr>
      </p:sp>
      <p:sp>
        <p:nvSpPr>
          <p:cNvPr id="24" name="Shape 22"/>
          <p:cNvSpPr/>
          <p:nvPr/>
        </p:nvSpPr>
        <p:spPr>
          <a:xfrm>
            <a:off x="4718304" y="2212848"/>
            <a:ext cx="1173480" cy="329184"/>
          </a:xfrm>
          <a:prstGeom prst="roundRect">
            <a:avLst>
              <a:gd name="adj" fmla="val 16667"/>
            </a:avLst>
          </a:prstGeom>
          <a:solidFill>
            <a:srgbClr val="FFFFFF"/>
          </a:solidFill>
          <a:ln w="9525">
            <a:solidFill>
              <a:srgbClr val="D9D9D2"/>
            </a:solidFill>
            <a:prstDash val="solid"/>
          </a:ln>
        </p:spPr>
      </p:sp>
      <p:sp>
        <p:nvSpPr>
          <p:cNvPr id="25" name="Text 23"/>
          <p:cNvSpPr txBox="1"/>
          <p:nvPr/>
        </p:nvSpPr>
        <p:spPr>
          <a:xfrm>
            <a:off x="4718304" y="2212848"/>
            <a:ext cx="1173480" cy="329184"/>
          </a:xfrm>
          <a:prstGeom prst="rect">
            <a:avLst/>
          </a:prstGeom>
          <a:noFill/>
          <a:ln/>
        </p:spPr>
        <p:txBody>
          <a:bodyPr wrap="square" lIns="0" tIns="0" rIns="0" bIns="0" rtlCol="0" anchor="ctr"/>
          <a:lstStyle/>
          <a:p>
            <a:pPr algn="ctr" indent="0" marL="0">
              <a:buNone/>
            </a:pPr>
            <a:r>
              <a:rPr lang="en-US" sz="800" dirty="0">
                <a:solidFill>
                  <a:srgbClr val="5F5F5A"/>
                </a:solidFill>
                <a:latin typeface="Arial" pitchFamily="34" charset="0"/>
                <a:ea typeface="Arial" pitchFamily="34" charset="-122"/>
                <a:cs typeface="Arial" pitchFamily="34" charset="-120"/>
              </a:rPr>
              <a:t>Not approved</a:t>
            </a:r>
            <a:endParaRPr lang="en-US" sz="800" dirty="0"/>
          </a:p>
        </p:txBody>
      </p:sp>
      <p:sp>
        <p:nvSpPr>
          <p:cNvPr id="26" name="Shape 24"/>
          <p:cNvSpPr/>
          <p:nvPr/>
        </p:nvSpPr>
        <p:spPr>
          <a:xfrm>
            <a:off x="906780" y="2377440"/>
            <a:ext cx="3811524" cy="0"/>
          </a:xfrm>
          <a:prstGeom prst="line">
            <a:avLst/>
          </a:prstGeom>
          <a:noFill/>
          <a:ln w="12700">
            <a:solidFill>
              <a:srgbClr val="A89662"/>
            </a:solidFill>
            <a:prstDash val="dash"/>
          </a:ln>
        </p:spPr>
      </p:sp>
      <p:sp>
        <p:nvSpPr>
          <p:cNvPr id="27" name="Shape 25"/>
          <p:cNvSpPr/>
          <p:nvPr/>
        </p:nvSpPr>
        <p:spPr>
          <a:xfrm flipV="1">
            <a:off x="906780" y="1975104"/>
            <a:ext cx="0" cy="402336"/>
          </a:xfrm>
          <a:prstGeom prst="line">
            <a:avLst/>
          </a:prstGeom>
          <a:noFill/>
          <a:ln w="12700">
            <a:solidFill>
              <a:srgbClr val="A89662"/>
            </a:solidFill>
            <a:prstDash val="dash"/>
            <a:tailEnd type="triangle"/>
          </a:ln>
        </p:spPr>
      </p:sp>
      <p:sp>
        <p:nvSpPr>
          <p:cNvPr id="28" name="Text 26"/>
          <p:cNvSpPr txBox="1"/>
          <p:nvPr/>
        </p:nvSpPr>
        <p:spPr>
          <a:xfrm>
            <a:off x="1016508" y="2414016"/>
            <a:ext cx="3628644" cy="182880"/>
          </a:xfrm>
          <a:prstGeom prst="rect">
            <a:avLst/>
          </a:prstGeom>
          <a:noFill/>
          <a:ln/>
        </p:spPr>
        <p:txBody>
          <a:bodyPr wrap="square" lIns="0" tIns="0" rIns="0" bIns="0" rtlCol="0" anchor="ctr"/>
          <a:lstStyle/>
          <a:p>
            <a:pPr indent="0" marL="0">
              <a:buNone/>
            </a:pPr>
            <a:r>
              <a:rPr lang="en-US" sz="750" dirty="0">
                <a:solidFill>
                  <a:srgbClr val="5F5F5A"/>
                </a:solidFill>
                <a:latin typeface="Arial" pitchFamily="34" charset="0"/>
                <a:ea typeface="Arial" pitchFamily="34" charset="-122"/>
                <a:cs typeface="Arial" pitchFamily="34" charset="-120"/>
              </a:rPr>
              <a:t>Returned to the unit for resubmission</a:t>
            </a:r>
            <a:endParaRPr lang="en-US" sz="750" dirty="0"/>
          </a:p>
        </p:txBody>
      </p:sp>
      <p:sp>
        <p:nvSpPr>
          <p:cNvPr id="29" name="Text 27"/>
          <p:cNvSpPr txBox="1"/>
          <p:nvPr/>
        </p:nvSpPr>
        <p:spPr>
          <a:xfrm>
            <a:off x="320040" y="2871216"/>
            <a:ext cx="5486400" cy="201168"/>
          </a:xfrm>
          <a:prstGeom prst="rect">
            <a:avLst/>
          </a:prstGeom>
          <a:noFill/>
          <a:ln/>
        </p:spPr>
        <p:txBody>
          <a:bodyPr wrap="square" lIns="0" tIns="0" rIns="0" bIns="0" rtlCol="0" anchor="t"/>
          <a:lstStyle/>
          <a:p>
            <a:pPr indent="0" marL="0">
              <a:buNone/>
            </a:pPr>
            <a:r>
              <a:rPr lang="en-US" sz="1000" b="1" dirty="0">
                <a:solidFill>
                  <a:srgbClr val="A89662"/>
                </a:solidFill>
                <a:latin typeface="Arial" pitchFamily="34" charset="0"/>
                <a:ea typeface="Arial" pitchFamily="34" charset="-122"/>
                <a:cs typeface="Arial" pitchFamily="34" charset="-120"/>
              </a:rPr>
              <a:t>02  </a:t>
            </a:r>
            <a:pPr indent="0" marL="0">
              <a:buNone/>
            </a:pPr>
            <a:r>
              <a:rPr lang="en-US" sz="850" b="1" spc="250" kern="0" dirty="0">
                <a:solidFill>
                  <a:srgbClr val="002516"/>
                </a:solidFill>
                <a:latin typeface="Arial" pitchFamily="34" charset="0"/>
                <a:ea typeface="Arial" pitchFamily="34" charset="-122"/>
                <a:cs typeface="Arial" pitchFamily="34" charset="-120"/>
              </a:rPr>
              <a:t>COMPLETING THE BOARD</a:t>
            </a:r>
            <a:endParaRPr lang="en-US" sz="1000" dirty="0"/>
          </a:p>
        </p:txBody>
      </p:sp>
      <p:sp>
        <p:nvSpPr>
          <p:cNvPr id="30" name="Text 28"/>
          <p:cNvSpPr txBox="1"/>
          <p:nvPr/>
        </p:nvSpPr>
        <p:spPr>
          <a:xfrm>
            <a:off x="576072" y="3054096"/>
            <a:ext cx="7315200" cy="182880"/>
          </a:xfrm>
          <a:prstGeom prst="rect">
            <a:avLst/>
          </a:prstGeom>
          <a:noFill/>
          <a:ln/>
        </p:spPr>
        <p:txBody>
          <a:bodyPr wrap="square" lIns="0" tIns="0" rIns="0" bIns="0" rtlCol="0" anchor="ctr"/>
          <a:lstStyle/>
          <a:p>
            <a:pPr indent="0" marL="0">
              <a:buNone/>
            </a:pPr>
            <a:r>
              <a:rPr lang="en-US" sz="800" dirty="0">
                <a:solidFill>
                  <a:srgbClr val="5F5F5A"/>
                </a:solidFill>
                <a:latin typeface="Arial" pitchFamily="34" charset="0"/>
                <a:ea typeface="Arial" pitchFamily="34" charset="-122"/>
                <a:cs typeface="Arial" pitchFamily="34" charset="-120"/>
              </a:rPr>
              <a:t>Fill each field on the template slide; the frame itself is locked in the layout.</a:t>
            </a:r>
            <a:endParaRPr lang="en-US" sz="800" dirty="0"/>
          </a:p>
        </p:txBody>
      </p:sp>
      <p:sp>
        <p:nvSpPr>
          <p:cNvPr id="31" name="Shape 29"/>
          <p:cNvSpPr/>
          <p:nvPr/>
        </p:nvSpPr>
        <p:spPr>
          <a:xfrm>
            <a:off x="320040" y="3328416"/>
            <a:ext cx="1234440" cy="1207008"/>
          </a:xfrm>
          <a:prstGeom prst="roundRect">
            <a:avLst>
              <a:gd name="adj" fmla="val 4545"/>
            </a:avLst>
          </a:prstGeom>
          <a:solidFill>
            <a:srgbClr val="F6F6F3"/>
          </a:solidFill>
          <a:ln w="12700">
            <a:solidFill>
              <a:srgbClr val="F6F6F3"/>
            </a:solidFill>
            <a:prstDash val="solid"/>
          </a:ln>
        </p:spPr>
      </p:sp>
      <p:sp>
        <p:nvSpPr>
          <p:cNvPr id="32" name="Text 30"/>
          <p:cNvSpPr txBox="1"/>
          <p:nvPr/>
        </p:nvSpPr>
        <p:spPr>
          <a:xfrm>
            <a:off x="429768" y="3419856"/>
            <a:ext cx="1014984"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Header</a:t>
            </a:r>
            <a:endParaRPr lang="en-US" sz="900" dirty="0"/>
          </a:p>
        </p:txBody>
      </p:sp>
      <p:sp>
        <p:nvSpPr>
          <p:cNvPr id="33" name="Text 31"/>
          <p:cNvSpPr txBox="1"/>
          <p:nvPr/>
        </p:nvSpPr>
        <p:spPr>
          <a:xfrm>
            <a:off x="429768" y="3630168"/>
            <a:ext cx="1014984" cy="868680"/>
          </a:xfrm>
          <a:prstGeom prst="rect">
            <a:avLst/>
          </a:prstGeom>
          <a:noFill/>
          <a:ln/>
        </p:spPr>
        <p:txBody>
          <a:bodyPr wrap="square" lIns="0" tIns="0" rIns="0" bIns="0" rtlCol="0" anchor="t"/>
          <a:lstStyle/>
          <a:p>
            <a:pPr indent="0" marL="0">
              <a:buNone/>
            </a:pPr>
            <a:r>
              <a:rPr lang="en-US" sz="750" dirty="0">
                <a:solidFill>
                  <a:srgbClr val="222222"/>
                </a:solidFill>
                <a:latin typeface="Arial" pitchFamily="34" charset="0"/>
                <a:ea typeface="Arial" pitchFamily="34" charset="-122"/>
                <a:cs typeface="Arial" pitchFamily="34" charset="-120"/>
              </a:rPr>
              <a:t>Unit and sub-unit, activity name and dates. Insert your unit badge from the set at right.</a:t>
            </a:r>
            <a:endParaRPr lang="en-US" sz="750" dirty="0"/>
          </a:p>
        </p:txBody>
      </p:sp>
      <p:sp>
        <p:nvSpPr>
          <p:cNvPr id="34" name="Shape 32"/>
          <p:cNvSpPr/>
          <p:nvPr/>
        </p:nvSpPr>
        <p:spPr>
          <a:xfrm>
            <a:off x="1664208" y="3328416"/>
            <a:ext cx="1234440" cy="1207008"/>
          </a:xfrm>
          <a:prstGeom prst="roundRect">
            <a:avLst>
              <a:gd name="adj" fmla="val 4545"/>
            </a:avLst>
          </a:prstGeom>
          <a:solidFill>
            <a:srgbClr val="F6F6F3"/>
          </a:solidFill>
          <a:ln w="12700">
            <a:solidFill>
              <a:srgbClr val="F6F6F3"/>
            </a:solidFill>
            <a:prstDash val="solid"/>
          </a:ln>
        </p:spPr>
      </p:sp>
      <p:sp>
        <p:nvSpPr>
          <p:cNvPr id="35" name="Text 33"/>
          <p:cNvSpPr txBox="1"/>
          <p:nvPr/>
        </p:nvSpPr>
        <p:spPr>
          <a:xfrm>
            <a:off x="1773936" y="3419856"/>
            <a:ext cx="1014984"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Text</a:t>
            </a:r>
            <a:endParaRPr lang="en-US" sz="900" dirty="0"/>
          </a:p>
        </p:txBody>
      </p:sp>
      <p:sp>
        <p:nvSpPr>
          <p:cNvPr id="36" name="Text 34"/>
          <p:cNvSpPr txBox="1"/>
          <p:nvPr/>
        </p:nvSpPr>
        <p:spPr>
          <a:xfrm>
            <a:off x="1773936" y="3630168"/>
            <a:ext cx="1014984" cy="868680"/>
          </a:xfrm>
          <a:prstGeom prst="rect">
            <a:avLst/>
          </a:prstGeom>
          <a:noFill/>
          <a:ln/>
        </p:spPr>
        <p:txBody>
          <a:bodyPr wrap="square" lIns="0" tIns="0" rIns="0" bIns="0" rtlCol="0" anchor="t"/>
          <a:lstStyle/>
          <a:p>
            <a:pPr indent="0" marL="0">
              <a:buNone/>
            </a:pPr>
            <a:r>
              <a:rPr lang="en-US" sz="750" dirty="0">
                <a:solidFill>
                  <a:srgbClr val="222222"/>
                </a:solidFill>
                <a:latin typeface="Arial" pitchFamily="34" charset="0"/>
                <a:ea typeface="Arial" pitchFamily="34" charset="-122"/>
                <a:cs typeface="Arial" pitchFamily="34" charset="-120"/>
              </a:rPr>
              <a:t>Introduction, purpose, method and end state. Each field shrinks to fit; keep the board to one page.</a:t>
            </a:r>
            <a:endParaRPr lang="en-US" sz="750" dirty="0"/>
          </a:p>
        </p:txBody>
      </p:sp>
      <p:sp>
        <p:nvSpPr>
          <p:cNvPr id="37" name="Shape 35"/>
          <p:cNvSpPr/>
          <p:nvPr/>
        </p:nvSpPr>
        <p:spPr>
          <a:xfrm>
            <a:off x="3008376" y="3328416"/>
            <a:ext cx="1234440" cy="1207008"/>
          </a:xfrm>
          <a:prstGeom prst="roundRect">
            <a:avLst>
              <a:gd name="adj" fmla="val 4545"/>
            </a:avLst>
          </a:prstGeom>
          <a:solidFill>
            <a:srgbClr val="F6F6F3"/>
          </a:solidFill>
          <a:ln w="12700">
            <a:solidFill>
              <a:srgbClr val="F6F6F3"/>
            </a:solidFill>
            <a:prstDash val="solid"/>
          </a:ln>
        </p:spPr>
      </p:sp>
      <p:sp>
        <p:nvSpPr>
          <p:cNvPr id="38" name="Text 36"/>
          <p:cNvSpPr txBox="1"/>
          <p:nvPr/>
        </p:nvSpPr>
        <p:spPr>
          <a:xfrm>
            <a:off x="3118104" y="3419856"/>
            <a:ext cx="1014984"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Photos</a:t>
            </a:r>
            <a:endParaRPr lang="en-US" sz="900" dirty="0"/>
          </a:p>
        </p:txBody>
      </p:sp>
      <p:sp>
        <p:nvSpPr>
          <p:cNvPr id="39" name="Text 37"/>
          <p:cNvSpPr txBox="1"/>
          <p:nvPr/>
        </p:nvSpPr>
        <p:spPr>
          <a:xfrm>
            <a:off x="3118104" y="3630168"/>
            <a:ext cx="1014984" cy="868680"/>
          </a:xfrm>
          <a:prstGeom prst="rect">
            <a:avLst/>
          </a:prstGeom>
          <a:noFill/>
          <a:ln/>
        </p:spPr>
        <p:txBody>
          <a:bodyPr wrap="square" lIns="0" tIns="0" rIns="0" bIns="0" rtlCol="0" anchor="t"/>
          <a:lstStyle/>
          <a:p>
            <a:pPr indent="0" marL="0">
              <a:buNone/>
            </a:pPr>
            <a:r>
              <a:rPr lang="en-US" sz="750" dirty="0">
                <a:solidFill>
                  <a:srgbClr val="222222"/>
                </a:solidFill>
                <a:latin typeface="Arial" pitchFamily="34" charset="0"/>
                <a:ea typeface="Arial" pitchFamily="34" charset="-122"/>
                <a:cs typeface="Arial" pitchFamily="34" charset="-120"/>
              </a:rPr>
              <a:t>Four landscape photos, numbered 1 to 4. Click a frame to insert; PowerPoint crops to fit.</a:t>
            </a:r>
            <a:endParaRPr lang="en-US" sz="750" dirty="0"/>
          </a:p>
        </p:txBody>
      </p:sp>
      <p:sp>
        <p:nvSpPr>
          <p:cNvPr id="40" name="Shape 38"/>
          <p:cNvSpPr/>
          <p:nvPr/>
        </p:nvSpPr>
        <p:spPr>
          <a:xfrm>
            <a:off x="4352544" y="3328416"/>
            <a:ext cx="1234440" cy="1207008"/>
          </a:xfrm>
          <a:prstGeom prst="roundRect">
            <a:avLst>
              <a:gd name="adj" fmla="val 4545"/>
            </a:avLst>
          </a:prstGeom>
          <a:solidFill>
            <a:srgbClr val="F6F6F3"/>
          </a:solidFill>
          <a:ln w="12700">
            <a:solidFill>
              <a:srgbClr val="F6F6F3"/>
            </a:solidFill>
            <a:prstDash val="solid"/>
          </a:ln>
        </p:spPr>
      </p:sp>
      <p:sp>
        <p:nvSpPr>
          <p:cNvPr id="41" name="Text 39"/>
          <p:cNvSpPr txBox="1"/>
          <p:nvPr/>
        </p:nvSpPr>
        <p:spPr>
          <a:xfrm>
            <a:off x="4462272" y="3419856"/>
            <a:ext cx="1014984" cy="182880"/>
          </a:xfrm>
          <a:prstGeom prst="rect">
            <a:avLst/>
          </a:prstGeom>
          <a:noFill/>
          <a:ln/>
        </p:spPr>
        <p:txBody>
          <a:bodyPr wrap="square" lIns="0" tIns="0" rIns="0" bIns="0" rtlCol="0" anchor="ctr"/>
          <a:lstStyle/>
          <a:p>
            <a:pPr indent="0" marL="0">
              <a:buNone/>
            </a:pPr>
            <a:r>
              <a:rPr lang="en-US" sz="900" b="1" dirty="0">
                <a:solidFill>
                  <a:srgbClr val="000000"/>
                </a:solidFill>
                <a:latin typeface="Arial" pitchFamily="34" charset="0"/>
                <a:ea typeface="Arial" pitchFamily="34" charset="-122"/>
                <a:cs typeface="Arial" pitchFamily="34" charset="-120"/>
              </a:rPr>
              <a:t>Captions</a:t>
            </a:r>
            <a:endParaRPr lang="en-US" sz="900" dirty="0"/>
          </a:p>
        </p:txBody>
      </p:sp>
      <p:sp>
        <p:nvSpPr>
          <p:cNvPr id="42" name="Text 40"/>
          <p:cNvSpPr txBox="1"/>
          <p:nvPr/>
        </p:nvSpPr>
        <p:spPr>
          <a:xfrm>
            <a:off x="4462272" y="3630168"/>
            <a:ext cx="1014984" cy="868680"/>
          </a:xfrm>
          <a:prstGeom prst="rect">
            <a:avLst/>
          </a:prstGeom>
          <a:noFill/>
          <a:ln/>
        </p:spPr>
        <p:txBody>
          <a:bodyPr wrap="square" lIns="0" tIns="0" rIns="0" bIns="0" rtlCol="0" anchor="t"/>
          <a:lstStyle/>
          <a:p>
            <a:pPr indent="0" marL="0">
              <a:buNone/>
            </a:pPr>
            <a:r>
              <a:rPr lang="en-US" sz="750" dirty="0">
                <a:solidFill>
                  <a:srgbClr val="222222"/>
                </a:solidFill>
                <a:latin typeface="Arial" pitchFamily="34" charset="0"/>
                <a:ea typeface="Arial" pitchFamily="34" charset="-122"/>
                <a:cs typeface="Arial" pitchFamily="34" charset="-120"/>
              </a:rPr>
              <a:t>One line beneath the photos, numbered to match. Name the activity, place and date where useful.</a:t>
            </a:r>
            <a:endParaRPr lang="en-US" sz="750" dirty="0"/>
          </a:p>
        </p:txBody>
      </p:sp>
      <p:sp>
        <p:nvSpPr>
          <p:cNvPr id="43" name="Text 41"/>
          <p:cNvSpPr txBox="1"/>
          <p:nvPr/>
        </p:nvSpPr>
        <p:spPr>
          <a:xfrm>
            <a:off x="5833872" y="2871216"/>
            <a:ext cx="5486400" cy="201168"/>
          </a:xfrm>
          <a:prstGeom prst="rect">
            <a:avLst/>
          </a:prstGeom>
          <a:noFill/>
          <a:ln/>
        </p:spPr>
        <p:txBody>
          <a:bodyPr wrap="square" lIns="0" tIns="0" rIns="0" bIns="0" rtlCol="0" anchor="t"/>
          <a:lstStyle/>
          <a:p>
            <a:pPr indent="0" marL="0">
              <a:buNone/>
            </a:pPr>
            <a:r>
              <a:rPr lang="en-US" sz="1000" b="1" dirty="0">
                <a:solidFill>
                  <a:srgbClr val="A89662"/>
                </a:solidFill>
                <a:latin typeface="Arial" pitchFamily="34" charset="0"/>
                <a:ea typeface="Arial" pitchFamily="34" charset="-122"/>
                <a:cs typeface="Arial" pitchFamily="34" charset="-120"/>
              </a:rPr>
              <a:t>03  </a:t>
            </a:r>
            <a:pPr indent="0" marL="0">
              <a:buNone/>
            </a:pPr>
            <a:r>
              <a:rPr lang="en-US" sz="850" b="1" spc="250" kern="0" dirty="0">
                <a:solidFill>
                  <a:srgbClr val="002516"/>
                </a:solidFill>
                <a:latin typeface="Arial" pitchFamily="34" charset="0"/>
                <a:ea typeface="Arial" pitchFamily="34" charset="-122"/>
                <a:cs typeface="Arial" pitchFamily="34" charset="-120"/>
              </a:rPr>
              <a:t>UNIT BADGES</a:t>
            </a:r>
            <a:endParaRPr lang="en-US" sz="1000" dirty="0"/>
          </a:p>
        </p:txBody>
      </p:sp>
      <p:sp>
        <p:nvSpPr>
          <p:cNvPr id="44" name="Text 42"/>
          <p:cNvSpPr txBox="1"/>
          <p:nvPr/>
        </p:nvSpPr>
        <p:spPr>
          <a:xfrm>
            <a:off x="6089904" y="3054096"/>
            <a:ext cx="7315200" cy="182880"/>
          </a:xfrm>
          <a:prstGeom prst="rect">
            <a:avLst/>
          </a:prstGeom>
          <a:noFill/>
          <a:ln/>
        </p:spPr>
        <p:txBody>
          <a:bodyPr wrap="square" lIns="0" tIns="0" rIns="0" bIns="0" rtlCol="0" anchor="ctr"/>
          <a:lstStyle/>
          <a:p>
            <a:pPr indent="0" marL="0">
              <a:buNone/>
            </a:pPr>
            <a:r>
              <a:rPr lang="en-US" sz="800" dirty="0">
                <a:solidFill>
                  <a:srgbClr val="5F5F5A"/>
                </a:solidFill>
                <a:latin typeface="Arial" pitchFamily="34" charset="0"/>
                <a:ea typeface="Arial" pitchFamily="34" charset="-122"/>
                <a:cs typeface="Arial" pitchFamily="34" charset="-120"/>
              </a:rPr>
              <a:t>Copy your unit's badge into the header.</a:t>
            </a:r>
            <a:endParaRPr lang="en-US" sz="800" dirty="0"/>
          </a:p>
        </p:txBody>
      </p:sp>
      <p:sp>
        <p:nvSpPr>
          <p:cNvPr id="45" name="Shape 43"/>
          <p:cNvSpPr/>
          <p:nvPr/>
        </p:nvSpPr>
        <p:spPr>
          <a:xfrm>
            <a:off x="5833872" y="3328416"/>
            <a:ext cx="524866" cy="1207008"/>
          </a:xfrm>
          <a:prstGeom prst="roundRect">
            <a:avLst>
              <a:gd name="adj" fmla="val 10453"/>
            </a:avLst>
          </a:prstGeom>
          <a:solidFill>
            <a:srgbClr val="FFFFFF"/>
          </a:solidFill>
          <a:ln w="9525">
            <a:solidFill>
              <a:srgbClr val="D9D9D2"/>
            </a:solidFill>
            <a:prstDash val="solid"/>
          </a:ln>
        </p:spPr>
      </p:sp>
      <p:pic>
        <p:nvPicPr>
          <p:cNvPr id="46" name="Image 0" descr="preencoded.png">    </p:cNvPr>
          <p:cNvPicPr>
            <a:picLocks noChangeAspect="1"/>
          </p:cNvPicPr>
          <p:nvPr/>
        </p:nvPicPr>
        <p:blipFill>
          <a:blip r:embed="rId1"/>
          <a:stretch>
            <a:fillRect/>
          </a:stretch>
        </p:blipFill>
        <p:spPr>
          <a:xfrm>
            <a:off x="5888736" y="3476851"/>
            <a:ext cx="415138" cy="507802"/>
          </a:xfrm>
          <a:prstGeom prst="rect">
            <a:avLst/>
          </a:prstGeom>
        </p:spPr>
      </p:pic>
      <p:sp>
        <p:nvSpPr>
          <p:cNvPr id="47" name="Text 44"/>
          <p:cNvSpPr txBox="1"/>
          <p:nvPr/>
        </p:nvSpPr>
        <p:spPr>
          <a:xfrm>
            <a:off x="5833872" y="4151376"/>
            <a:ext cx="524866" cy="310896"/>
          </a:xfrm>
          <a:prstGeom prst="rect">
            <a:avLst/>
          </a:prstGeom>
          <a:noFill/>
          <a:ln/>
        </p:spPr>
        <p:txBody>
          <a:bodyPr wrap="square" lIns="0" tIns="0" rIns="0" bIns="0" rtlCol="0" anchor="t"/>
          <a:lstStyle/>
          <a:p>
            <a:pPr algn="ctr" indent="0" marL="0">
              <a:buNone/>
            </a:pPr>
            <a:r>
              <a:rPr lang="en-US" sz="700" dirty="0">
                <a:solidFill>
                  <a:srgbClr val="222222"/>
                </a:solidFill>
                <a:latin typeface="Arial" pitchFamily="34" charset="0"/>
                <a:ea typeface="Arial" pitchFamily="34" charset="-122"/>
                <a:cs typeface="Arial" pitchFamily="34" charset="-120"/>
              </a:rPr>
              <a:t>OCS (NZ)</a:t>
            </a:r>
            <a:endParaRPr lang="en-US" sz="700" dirty="0"/>
          </a:p>
        </p:txBody>
      </p:sp>
      <p:sp>
        <p:nvSpPr>
          <p:cNvPr id="48" name="Shape 45"/>
          <p:cNvSpPr/>
          <p:nvPr/>
        </p:nvSpPr>
        <p:spPr>
          <a:xfrm>
            <a:off x="6450178" y="3328416"/>
            <a:ext cx="524866" cy="1207008"/>
          </a:xfrm>
          <a:prstGeom prst="roundRect">
            <a:avLst>
              <a:gd name="adj" fmla="val 10453"/>
            </a:avLst>
          </a:prstGeom>
          <a:solidFill>
            <a:srgbClr val="FFFFFF"/>
          </a:solidFill>
          <a:ln w="9525">
            <a:solidFill>
              <a:srgbClr val="D9D9D2"/>
            </a:solidFill>
            <a:prstDash val="solid"/>
          </a:ln>
        </p:spPr>
      </p:sp>
      <p:pic>
        <p:nvPicPr>
          <p:cNvPr id="49" name="Image 1" descr="preencoded.png">    </p:cNvPr>
          <p:cNvPicPr>
            <a:picLocks noChangeAspect="1"/>
          </p:cNvPicPr>
          <p:nvPr/>
        </p:nvPicPr>
        <p:blipFill>
          <a:blip r:embed="rId2"/>
          <a:stretch>
            <a:fillRect/>
          </a:stretch>
        </p:blipFill>
        <p:spPr>
          <a:xfrm>
            <a:off x="6505042" y="3557072"/>
            <a:ext cx="415138" cy="347360"/>
          </a:xfrm>
          <a:prstGeom prst="rect">
            <a:avLst/>
          </a:prstGeom>
        </p:spPr>
      </p:pic>
      <p:sp>
        <p:nvSpPr>
          <p:cNvPr id="50" name="Text 46"/>
          <p:cNvSpPr txBox="1"/>
          <p:nvPr/>
        </p:nvSpPr>
        <p:spPr>
          <a:xfrm>
            <a:off x="6450178" y="4151376"/>
            <a:ext cx="524866" cy="310896"/>
          </a:xfrm>
          <a:prstGeom prst="rect">
            <a:avLst/>
          </a:prstGeom>
          <a:noFill/>
          <a:ln/>
        </p:spPr>
        <p:txBody>
          <a:bodyPr wrap="square" lIns="0" tIns="0" rIns="0" bIns="0" rtlCol="0" anchor="t"/>
          <a:lstStyle/>
          <a:p>
            <a:pPr algn="ctr" indent="0" marL="0">
              <a:buNone/>
            </a:pPr>
            <a:r>
              <a:rPr lang="en-US" sz="700" dirty="0">
                <a:solidFill>
                  <a:srgbClr val="222222"/>
                </a:solidFill>
                <a:latin typeface="Arial" pitchFamily="34" charset="0"/>
                <a:ea typeface="Arial" pitchFamily="34" charset="-122"/>
                <a:cs typeface="Arial" pitchFamily="34" charset="-120"/>
              </a:rPr>
              <a:t>The Army Depot</a:t>
            </a:r>
            <a:endParaRPr lang="en-US" sz="700" dirty="0"/>
          </a:p>
        </p:txBody>
      </p:sp>
      <p:sp>
        <p:nvSpPr>
          <p:cNvPr id="51" name="Shape 47"/>
          <p:cNvSpPr/>
          <p:nvPr/>
        </p:nvSpPr>
        <p:spPr>
          <a:xfrm>
            <a:off x="7066483" y="3328416"/>
            <a:ext cx="524866" cy="1207008"/>
          </a:xfrm>
          <a:prstGeom prst="roundRect">
            <a:avLst>
              <a:gd name="adj" fmla="val 10453"/>
            </a:avLst>
          </a:prstGeom>
          <a:solidFill>
            <a:srgbClr val="FFFFFF"/>
          </a:solidFill>
          <a:ln w="9525">
            <a:solidFill>
              <a:srgbClr val="D9D9D2"/>
            </a:solidFill>
            <a:prstDash val="solid"/>
          </a:ln>
        </p:spPr>
      </p:sp>
      <p:pic>
        <p:nvPicPr>
          <p:cNvPr id="52" name="Image 2" descr="preencoded.png">    </p:cNvPr>
          <p:cNvPicPr>
            <a:picLocks noChangeAspect="1"/>
          </p:cNvPicPr>
          <p:nvPr/>
        </p:nvPicPr>
        <p:blipFill>
          <a:blip r:embed="rId3"/>
          <a:stretch>
            <a:fillRect/>
          </a:stretch>
        </p:blipFill>
        <p:spPr>
          <a:xfrm>
            <a:off x="7121347" y="3523894"/>
            <a:ext cx="415138" cy="413716"/>
          </a:xfrm>
          <a:prstGeom prst="rect">
            <a:avLst/>
          </a:prstGeom>
        </p:spPr>
      </p:pic>
      <p:sp>
        <p:nvSpPr>
          <p:cNvPr id="53" name="Text 48"/>
          <p:cNvSpPr txBox="1"/>
          <p:nvPr/>
        </p:nvSpPr>
        <p:spPr>
          <a:xfrm>
            <a:off x="7066483" y="4151376"/>
            <a:ext cx="524866" cy="310896"/>
          </a:xfrm>
          <a:prstGeom prst="rect">
            <a:avLst/>
          </a:prstGeom>
          <a:noFill/>
          <a:ln/>
        </p:spPr>
        <p:txBody>
          <a:bodyPr wrap="square" lIns="0" tIns="0" rIns="0" bIns="0" rtlCol="0" anchor="t"/>
          <a:lstStyle/>
          <a:p>
            <a:pPr algn="ctr" indent="0" marL="0">
              <a:buNone/>
            </a:pPr>
            <a:r>
              <a:rPr lang="en-US" sz="700" dirty="0">
                <a:solidFill>
                  <a:srgbClr val="222222"/>
                </a:solidFill>
                <a:latin typeface="Arial" pitchFamily="34" charset="0"/>
                <a:ea typeface="Arial" pitchFamily="34" charset="-122"/>
                <a:cs typeface="Arial" pitchFamily="34" charset="-120"/>
              </a:rPr>
              <a:t>MCTC</a:t>
            </a:r>
            <a:endParaRPr lang="en-US" sz="700" dirty="0"/>
          </a:p>
        </p:txBody>
      </p:sp>
      <p:sp>
        <p:nvSpPr>
          <p:cNvPr id="54" name="Shape 49"/>
          <p:cNvSpPr/>
          <p:nvPr/>
        </p:nvSpPr>
        <p:spPr>
          <a:xfrm>
            <a:off x="7682789" y="3328416"/>
            <a:ext cx="524866" cy="1207008"/>
          </a:xfrm>
          <a:prstGeom prst="roundRect">
            <a:avLst>
              <a:gd name="adj" fmla="val 10453"/>
            </a:avLst>
          </a:prstGeom>
          <a:solidFill>
            <a:srgbClr val="FFFFFF"/>
          </a:solidFill>
          <a:ln w="9525">
            <a:solidFill>
              <a:srgbClr val="D9D9D2"/>
            </a:solidFill>
            <a:prstDash val="solid"/>
          </a:ln>
        </p:spPr>
      </p:sp>
      <p:pic>
        <p:nvPicPr>
          <p:cNvPr id="55" name="Image 3" descr="preencoded.png">    </p:cNvPr>
          <p:cNvPicPr>
            <a:picLocks noChangeAspect="1"/>
          </p:cNvPicPr>
          <p:nvPr/>
        </p:nvPicPr>
        <p:blipFill>
          <a:blip r:embed="rId4"/>
          <a:stretch>
            <a:fillRect/>
          </a:stretch>
        </p:blipFill>
        <p:spPr>
          <a:xfrm>
            <a:off x="7737653" y="3509592"/>
            <a:ext cx="415138" cy="442319"/>
          </a:xfrm>
          <a:prstGeom prst="rect">
            <a:avLst/>
          </a:prstGeom>
        </p:spPr>
      </p:pic>
      <p:sp>
        <p:nvSpPr>
          <p:cNvPr id="56" name="Text 50"/>
          <p:cNvSpPr txBox="1"/>
          <p:nvPr/>
        </p:nvSpPr>
        <p:spPr>
          <a:xfrm>
            <a:off x="7682789" y="4151376"/>
            <a:ext cx="524866" cy="310896"/>
          </a:xfrm>
          <a:prstGeom prst="rect">
            <a:avLst/>
          </a:prstGeom>
          <a:noFill/>
          <a:ln/>
        </p:spPr>
        <p:txBody>
          <a:bodyPr wrap="square" lIns="0" tIns="0" rIns="0" bIns="0" rtlCol="0" anchor="t"/>
          <a:lstStyle/>
          <a:p>
            <a:pPr algn="ctr" indent="0" marL="0">
              <a:buNone/>
            </a:pPr>
            <a:r>
              <a:rPr lang="en-US" sz="700" dirty="0">
                <a:solidFill>
                  <a:srgbClr val="222222"/>
                </a:solidFill>
                <a:latin typeface="Arial" pitchFamily="34" charset="0"/>
                <a:ea typeface="Arial" pitchFamily="34" charset="-122"/>
                <a:cs typeface="Arial" pitchFamily="34" charset="-120"/>
              </a:rPr>
              <a:t>ATG</a:t>
            </a:r>
            <a:endParaRPr lang="en-US" sz="700" dirty="0"/>
          </a:p>
        </p:txBody>
      </p:sp>
      <p:sp>
        <p:nvSpPr>
          <p:cNvPr id="57" name="Shape 51"/>
          <p:cNvSpPr/>
          <p:nvPr/>
        </p:nvSpPr>
        <p:spPr>
          <a:xfrm>
            <a:off x="8299094" y="3328416"/>
            <a:ext cx="524866" cy="1207008"/>
          </a:xfrm>
          <a:prstGeom prst="roundRect">
            <a:avLst>
              <a:gd name="adj" fmla="val 10453"/>
            </a:avLst>
          </a:prstGeom>
          <a:solidFill>
            <a:srgbClr val="FFFFFF"/>
          </a:solidFill>
          <a:ln w="9525">
            <a:solidFill>
              <a:srgbClr val="D9D9D2"/>
            </a:solidFill>
            <a:prstDash val="solid"/>
          </a:ln>
        </p:spPr>
      </p:sp>
      <p:pic>
        <p:nvPicPr>
          <p:cNvPr id="58" name="Image 4" descr="preencoded.png">    </p:cNvPr>
          <p:cNvPicPr>
            <a:picLocks noChangeAspect="1"/>
          </p:cNvPicPr>
          <p:nvPr/>
        </p:nvPicPr>
        <p:blipFill>
          <a:blip r:embed="rId5"/>
          <a:stretch>
            <a:fillRect/>
          </a:stretch>
        </p:blipFill>
        <p:spPr>
          <a:xfrm>
            <a:off x="8353958" y="3529379"/>
            <a:ext cx="415138" cy="402745"/>
          </a:xfrm>
          <a:prstGeom prst="rect">
            <a:avLst/>
          </a:prstGeom>
        </p:spPr>
      </p:pic>
      <p:sp>
        <p:nvSpPr>
          <p:cNvPr id="59" name="Text 52"/>
          <p:cNvSpPr txBox="1"/>
          <p:nvPr/>
        </p:nvSpPr>
        <p:spPr>
          <a:xfrm>
            <a:off x="8299094" y="4151376"/>
            <a:ext cx="524866" cy="310896"/>
          </a:xfrm>
          <a:prstGeom prst="rect">
            <a:avLst/>
          </a:prstGeom>
          <a:noFill/>
          <a:ln/>
        </p:spPr>
        <p:txBody>
          <a:bodyPr wrap="square" lIns="0" tIns="0" rIns="0" bIns="0" rtlCol="0" anchor="t"/>
          <a:lstStyle/>
          <a:p>
            <a:pPr algn="ctr" indent="0" marL="0">
              <a:buNone/>
            </a:pPr>
            <a:r>
              <a:rPr lang="en-US" sz="700" dirty="0">
                <a:solidFill>
                  <a:srgbClr val="222222"/>
                </a:solidFill>
                <a:latin typeface="Arial" pitchFamily="34" charset="0"/>
                <a:ea typeface="Arial" pitchFamily="34" charset="-122"/>
                <a:cs typeface="Arial" pitchFamily="34" charset="-120"/>
              </a:rPr>
              <a:t>LOTC</a:t>
            </a:r>
            <a:endParaRPr lang="en-US" sz="7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a:lstStyle/>
          <a:p/>
        </p:txBody>
      </p:sp>
      <p:sp>
        <p:nvSpPr>
          <p:cNvPr id="3" name="Text Placeholder 2"/>
          <p:cNvSpPr>
            <a:spLocks noGrp="1"/>
          </p:cNvSpPr>
          <p:nvPr>
            <p:ph type="body" idx="105"/>
          </p:nvPr>
        </p:nvSpPr>
        <p:spPr/>
        <p:txBody>
          <a:bodyPr/>
          <a:lstStyle/>
          <a:p/>
        </p:txBody>
      </p:sp>
      <p:sp>
        <p:nvSpPr>
          <p:cNvPr id="4" name="Picture Placeholder 3"/>
          <p:cNvSpPr>
            <a:spLocks noGrp="1"/>
          </p:cNvSpPr>
          <p:nvPr>
            <p:ph type="pic" idx="106"/>
          </p:nvPr>
        </p:nvSpPr>
        <p:spPr/>
      </p:sp>
      <p:sp>
        <p:nvSpPr>
          <p:cNvPr id="5" name="Text Placeholder 4"/>
          <p:cNvSpPr>
            <a:spLocks noGrp="1"/>
          </p:cNvSpPr>
          <p:nvPr>
            <p:ph type="body" idx="112"/>
          </p:nvPr>
        </p:nvSpPr>
        <p:spPr/>
        <p:txBody>
          <a:bodyPr/>
          <a:lstStyle/>
          <a:p/>
        </p:txBody>
      </p:sp>
      <p:sp>
        <p:nvSpPr>
          <p:cNvPr id="6" name="Text Placeholder 5"/>
          <p:cNvSpPr>
            <a:spLocks noGrp="1"/>
          </p:cNvSpPr>
          <p:nvPr>
            <p:ph type="body" idx="115"/>
          </p:nvPr>
        </p:nvSpPr>
        <p:spPr/>
        <p:txBody>
          <a:bodyPr/>
          <a:lstStyle/>
          <a:p/>
        </p:txBody>
      </p:sp>
      <p:sp>
        <p:nvSpPr>
          <p:cNvPr id="7" name="Text Placeholder 6"/>
          <p:cNvSpPr>
            <a:spLocks noGrp="1"/>
          </p:cNvSpPr>
          <p:nvPr>
            <p:ph type="body" idx="118"/>
          </p:nvPr>
        </p:nvSpPr>
        <p:spPr/>
        <p:txBody>
          <a:bodyPr/>
          <a:lstStyle/>
          <a:p/>
        </p:txBody>
      </p:sp>
      <p:sp>
        <p:nvSpPr>
          <p:cNvPr id="8" name="Text Placeholder 7"/>
          <p:cNvSpPr>
            <a:spLocks noGrp="1"/>
          </p:cNvSpPr>
          <p:nvPr>
            <p:ph type="body" idx="121"/>
          </p:nvPr>
        </p:nvSpPr>
        <p:spPr/>
        <p:txBody>
          <a:bodyPr/>
          <a:lstStyle/>
          <a:p/>
        </p:txBody>
      </p:sp>
      <p:sp>
        <p:nvSpPr>
          <p:cNvPr id="9" name="Picture Placeholder 8"/>
          <p:cNvSpPr>
            <a:spLocks noGrp="1"/>
          </p:cNvSpPr>
          <p:nvPr>
            <p:ph type="pic" idx="122"/>
          </p:nvPr>
        </p:nvSpPr>
        <p:spPr/>
      </p:sp>
      <p:sp>
        <p:nvSpPr>
          <p:cNvPr id="10" name="Picture Placeholder 9"/>
          <p:cNvSpPr>
            <a:spLocks noGrp="1"/>
          </p:cNvSpPr>
          <p:nvPr>
            <p:ph type="pic" idx="123"/>
          </p:nvPr>
        </p:nvSpPr>
        <p:spPr/>
      </p:sp>
      <p:sp>
        <p:nvSpPr>
          <p:cNvPr id="11" name="Picture Placeholder 10"/>
          <p:cNvSpPr>
            <a:spLocks noGrp="1"/>
          </p:cNvSpPr>
          <p:nvPr>
            <p:ph type="pic" idx="124"/>
          </p:nvPr>
        </p:nvSpPr>
        <p:spPr/>
      </p:sp>
      <p:sp>
        <p:nvSpPr>
          <p:cNvPr id="12" name="Picture Placeholder 11"/>
          <p:cNvSpPr>
            <a:spLocks noGrp="1"/>
          </p:cNvSpPr>
          <p:nvPr>
            <p:ph type="pic" idx="125"/>
          </p:nvPr>
        </p:nvSpPr>
        <p:spPr/>
      </p:sp>
      <p:sp>
        <p:nvSpPr>
          <p:cNvPr id="13" name="Text Placeholder 12"/>
          <p:cNvSpPr>
            <a:spLocks noGrp="1"/>
          </p:cNvSpPr>
          <p:nvPr>
            <p:ph type="body" idx="126"/>
          </p:nvPr>
        </p:nvSpPr>
        <p:spPr/>
        <p:txBody>
          <a:bodyPr/>
          <a:lstStyle/>
          <a:p/>
        </p:txBody>
      </p:sp>
      <p:sp>
        <p:nvSpPr>
          <p:cNvPr id="14" name="Photo 1 number"/>
          <p:cNvSpPr/>
          <p:nvPr/>
        </p:nvSpPr>
        <p:spPr>
          <a:xfrm>
            <a:off x="3877056" y="1271016"/>
            <a:ext cx="237744" cy="23774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rPr>
              <a:t>1</a:t>
            </a:r>
          </a:p>
        </p:txBody>
      </p:sp>
      <p:sp>
        <p:nvSpPr>
          <p:cNvPr id="15" name="Photo 2 number"/>
          <p:cNvSpPr/>
          <p:nvPr/>
        </p:nvSpPr>
        <p:spPr>
          <a:xfrm>
            <a:off x="6437376" y="1271016"/>
            <a:ext cx="237744" cy="23774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rPr>
              <a:t>2</a:t>
            </a:r>
          </a:p>
        </p:txBody>
      </p:sp>
      <p:sp>
        <p:nvSpPr>
          <p:cNvPr id="16" name="Photo 3 number"/>
          <p:cNvSpPr/>
          <p:nvPr/>
        </p:nvSpPr>
        <p:spPr>
          <a:xfrm>
            <a:off x="3877056" y="2802636"/>
            <a:ext cx="237744" cy="23774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rPr>
              <a:t>3</a:t>
            </a:r>
          </a:p>
        </p:txBody>
      </p:sp>
      <p:sp>
        <p:nvSpPr>
          <p:cNvPr id="17" name="Photo 4 number"/>
          <p:cNvSpPr/>
          <p:nvPr/>
        </p:nvSpPr>
        <p:spPr>
          <a:xfrm>
            <a:off x="6437376" y="2802636"/>
            <a:ext cx="237744" cy="23774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Arial"/>
              </a:rPr>
              <a:t>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ATG Storyboard</dc:title>
  <dc:subject>PptxGenJS Presentation</dc:subject>
  <dc:creator>Army Training Group</dc:creator>
  <cp:lastModifiedBy>Army Training Group</cp:lastModifiedBy>
  <cp:revision>1</cp:revision>
  <dcterms:created xsi:type="dcterms:W3CDTF">2026-09-22T21:25:06Z</dcterms:created>
  <dcterms:modified xsi:type="dcterms:W3CDTF">2026-09-22T21:25:06Z</dcterms:modified>
</cp:coreProperties>
</file>