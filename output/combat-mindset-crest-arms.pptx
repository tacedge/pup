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524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ACS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212080" y="105247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board 5  ·  July 2026</a:t>
            </a:r>
            <a:endParaRPr lang="en-US" sz="600" dirty="0"/>
          </a:p>
        </p:txBody>
      </p:sp>
      <p:pic>
        <p:nvPicPr>
          <p:cNvPr id="8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005840" cy="243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74320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CREST — SWORD AND TAIAHA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91640" y="530352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symbol drawn from the crossed sword and taiaha of the Badge of the New Zealand Army. Exploration only; no mark is endorsed.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822960"/>
            <a:ext cx="66476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44" y="1143000"/>
            <a:ext cx="3657600" cy="3657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4937760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7G  NGĀTI TŪMATAUENGA ARMS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7280" y="5193792"/>
            <a:ext cx="5367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sword and taiaha carried together — the two traditions of the profession of arms in Aotearoa, crossed at the point of focus. Crown, lion, cypher and scroll deliberately omitted: this is a training-culture mark, not a replacement badge.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57200" y="5989320"/>
            <a:ext cx="664768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263640"/>
            <a:ext cx="1371600" cy="1371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" y="77266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symbol alone</a:t>
            </a:r>
            <a:endParaRPr lang="en-US" sz="680" dirty="0"/>
          </a:p>
        </p:txBody>
      </p:sp>
      <p:sp>
        <p:nvSpPr>
          <p:cNvPr id="18" name="Shape 13"/>
          <p:cNvSpPr/>
          <p:nvPr/>
        </p:nvSpPr>
        <p:spPr>
          <a:xfrm>
            <a:off x="3017520" y="6263640"/>
            <a:ext cx="1371600" cy="1371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6309360"/>
            <a:ext cx="1280160" cy="12801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743200" y="77266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ink — embroidery</a:t>
            </a:r>
            <a:endParaRPr lang="en-US" sz="68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6309360"/>
            <a:ext cx="868680" cy="868680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6583680"/>
            <a:ext cx="566928" cy="566928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7287768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074920" y="77266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ladder</a:t>
            </a:r>
            <a:endParaRPr lang="en-US" sz="680" dirty="0"/>
          </a:p>
        </p:txBody>
      </p:sp>
      <p:sp>
        <p:nvSpPr>
          <p:cNvPr id="25" name="Text 16"/>
          <p:cNvSpPr/>
          <p:nvPr/>
        </p:nvSpPr>
        <p:spPr>
          <a:xfrm>
            <a:off x="914400" y="8641080"/>
            <a:ext cx="57332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 are simplified redrawings of the sword and taiaha from the Badge of the New Zealand Army — not traced artwork.</a:t>
            </a:r>
            <a:endParaRPr lang="en-US" sz="74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elements derived from the Army badge requires Defence heraldry approval.</a:t>
            </a:r>
            <a:endParaRPr lang="en-US" sz="74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the taiaha and any Māori design element requires appropriate cultural consultation (Ngāti Tūmatauenga kaitiaki).</a:t>
            </a:r>
            <a:endParaRPr lang="en-US" sz="740" dirty="0"/>
          </a:p>
          <a:p>
            <a:pPr algn="l" marL="101600" indent="-101600">
              <a:spcAft>
                <a:spcPts val="500"/>
              </a:spcAft>
              <a:buSzPct val="100000"/>
              <a:buChar char="•"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wording (“Act Decisive” vs “Act decisively”) remains to be confirmed.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2026-07-27T08:48:22Z</dcterms:created>
  <dcterms:modified xsi:type="dcterms:W3CDTF">2026-07-27T08:48:22Z</dcterms:modified>
</cp:coreProperties>
</file>