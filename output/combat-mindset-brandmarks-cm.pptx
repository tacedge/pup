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524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ACS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212080" y="105247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board 2  ·  July 2026</a:t>
            </a:r>
            <a:endParaRPr lang="en-US" sz="600" dirty="0"/>
          </a:p>
        </p:txBody>
      </p:sp>
      <p:pic>
        <p:nvPicPr>
          <p:cNvPr id="8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005840" cy="243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STENCIL ROUNDEL — EVOLUTIONS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concept 06. Exploration only; no mark is endorsed. NZ Army wordmark remains the sole official logo.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822960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969264"/>
            <a:ext cx="3246120" cy="248716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892" y="1115568"/>
            <a:ext cx="1316736" cy="13167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252374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  RING STENCIL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40080" y="27614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baseline: ringed roundel, stencil bar behind the monogram. Formal, badge-like.</a:t>
            </a:r>
            <a:endParaRPr lang="en-US" sz="740" dirty="0"/>
          </a:p>
        </p:txBody>
      </p:sp>
      <p:sp>
        <p:nvSpPr>
          <p:cNvPr id="16" name="Shape 12"/>
          <p:cNvSpPr/>
          <p:nvPr/>
        </p:nvSpPr>
        <p:spPr>
          <a:xfrm>
            <a:off x="3858768" y="969264"/>
            <a:ext cx="3246120" cy="248716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1115568"/>
            <a:ext cx="1316736" cy="13167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95928" y="252374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6B  CUT STENCIL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041648" y="27614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Sliced letterforms carry the stencil idea without the bar; red underline as the only accent.</a:t>
            </a:r>
            <a:endParaRPr lang="en-US" sz="740" dirty="0"/>
          </a:p>
        </p:txBody>
      </p:sp>
      <p:sp>
        <p:nvSpPr>
          <p:cNvPr id="20" name="Shape 15"/>
          <p:cNvSpPr/>
          <p:nvPr/>
        </p:nvSpPr>
        <p:spPr>
          <a:xfrm>
            <a:off x="457200" y="3584448"/>
            <a:ext cx="3246120" cy="248716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892" y="3730752"/>
            <a:ext cx="1316736" cy="1316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" y="51389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6C  CHEVRON ROUNDEL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40080" y="53766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Rank-style chevron beneath the monogram — soldierly, ties to the pressure chevrons of concept 03.</a:t>
            </a:r>
            <a:endParaRPr lang="en-US" sz="740" dirty="0"/>
          </a:p>
        </p:txBody>
      </p:sp>
      <p:sp>
        <p:nvSpPr>
          <p:cNvPr id="24" name="Shape 18"/>
          <p:cNvSpPr/>
          <p:nvPr/>
        </p:nvSpPr>
        <p:spPr>
          <a:xfrm>
            <a:off x="3858768" y="3584448"/>
            <a:ext cx="3246120" cy="248716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3730752"/>
            <a:ext cx="1316736" cy="13167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5928" y="51389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6D  RETICLE ROUNDEL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4041648" y="53766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Sight ticks cross the ring — merges the stencil with concept 01 and the Way Forward hero motif.</a:t>
            </a:r>
            <a:endParaRPr lang="en-US" sz="740" dirty="0"/>
          </a:p>
        </p:txBody>
      </p:sp>
      <p:sp>
        <p:nvSpPr>
          <p:cNvPr id="28" name="Shape 21"/>
          <p:cNvSpPr/>
          <p:nvPr/>
        </p:nvSpPr>
        <p:spPr>
          <a:xfrm>
            <a:off x="457200" y="6199632"/>
            <a:ext cx="32461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1892" y="6345936"/>
            <a:ext cx="1316736" cy="13167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94360" y="77541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6E  EMBROIDERED PATCH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40080" y="799185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 field with stitched border and microtype — ready for uniform patch or course badge.</a:t>
            </a:r>
            <a:endParaRPr lang="en-US" sz="740" dirty="0"/>
          </a:p>
        </p:txBody>
      </p:sp>
      <p:sp>
        <p:nvSpPr>
          <p:cNvPr id="32" name="Shape 24"/>
          <p:cNvSpPr/>
          <p:nvPr/>
        </p:nvSpPr>
        <p:spPr>
          <a:xfrm>
            <a:off x="3858768" y="6199632"/>
            <a:ext cx="32461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460" y="6345936"/>
            <a:ext cx="1316736" cy="13167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995928" y="77541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6F  FLAT WORDSTACK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4041648" y="799185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Container-free lockup for document covers, slide masters and letterheads.</a:t>
            </a:r>
            <a:endParaRPr lang="en-US" sz="740" dirty="0"/>
          </a:p>
        </p:txBody>
      </p:sp>
      <p:sp>
        <p:nvSpPr>
          <p:cNvPr id="36" name="Text 27"/>
          <p:cNvSpPr/>
          <p:nvPr/>
        </p:nvSpPr>
        <p:spPr>
          <a:xfrm>
            <a:off x="457200" y="8796528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TESTS — 6D RETICLE ROUNDEL</a:t>
            </a:r>
            <a:endParaRPr lang="en-US" sz="8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9070848"/>
            <a:ext cx="777240" cy="777240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3080" y="9326880"/>
            <a:ext cx="502920" cy="502920"/>
          </a:xfrm>
          <a:prstGeom prst="rect">
            <a:avLst/>
          </a:prstGeom>
        </p:spPr>
      </p:pic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3160" y="9528048"/>
            <a:ext cx="292608" cy="29260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77240" y="99120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ladder</a:t>
            </a:r>
            <a:endParaRPr lang="en-US" sz="68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9116568"/>
            <a:ext cx="685800" cy="6858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3246120" y="991209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colour</a:t>
            </a:r>
            <a:endParaRPr lang="en-US" sz="680" dirty="0"/>
          </a:p>
        </p:txBody>
      </p:sp>
      <p:sp>
        <p:nvSpPr>
          <p:cNvPr id="43" name="Shape 30"/>
          <p:cNvSpPr/>
          <p:nvPr/>
        </p:nvSpPr>
        <p:spPr>
          <a:xfrm>
            <a:off x="4572000" y="9070848"/>
            <a:ext cx="777240" cy="77724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7720" y="9116568"/>
            <a:ext cx="685800" cy="68580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4480560" y="99120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reversed</a:t>
            </a:r>
            <a:endParaRPr lang="en-US" sz="680" dirty="0"/>
          </a:p>
        </p:txBody>
      </p:sp>
      <p:sp>
        <p:nvSpPr>
          <p:cNvPr id="46" name="Shape 32"/>
          <p:cNvSpPr/>
          <p:nvPr/>
        </p:nvSpPr>
        <p:spPr>
          <a:xfrm>
            <a:off x="5806440" y="9070848"/>
            <a:ext cx="777240" cy="777240"/>
          </a:xfrm>
          <a:prstGeom prst="rect">
            <a:avLst/>
          </a:prstGeom>
          <a:solidFill>
            <a:srgbClr val="CDD2B7"/>
          </a:solidFill>
          <a:ln/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2160" y="9116568"/>
            <a:ext cx="685800" cy="68580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715000" y="99120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subdued</a:t>
            </a:r>
            <a:endParaRPr lang="en-US" sz="680" dirty="0"/>
          </a:p>
        </p:txBody>
      </p:sp>
      <p:sp>
        <p:nvSpPr>
          <p:cNvPr id="49" name="Text 34"/>
          <p:cNvSpPr/>
          <p:nvPr/>
        </p:nvSpPr>
        <p:spPr>
          <a:xfrm>
            <a:off x="457200" y="10094976"/>
            <a:ext cx="6647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any preferred mark against Defence heraldry and existing unit insignia before adoption.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2026-07-27T08:18:30Z</dcterms:created>
  <dcterms:modified xsi:type="dcterms:W3CDTF">2026-07-27T08:18:30Z</dcterms:modified>
</cp:coreProperties>
</file>