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1572768" cy="380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22960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 EMBLEM CONCEPTS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57200" y="1133856"/>
            <a:ext cx="6647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361688" y="10442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57200" y="1426464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EMBLEMS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700784"/>
            <a:ext cx="2118360" cy="1883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700784"/>
            <a:ext cx="2118360" cy="1883664"/>
          </a:xfrm>
          <a:prstGeom prst="rect">
            <a:avLst/>
          </a:prstGeom>
          <a:solidFill>
            <a:srgbClr val="000000"/>
          </a:solidFill>
          <a:ln w="19050">
            <a:solidFill>
              <a:srgbClr val="C6202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92" y="1828800"/>
            <a:ext cx="950976" cy="950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" y="2834640"/>
            <a:ext cx="1972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00" kern="0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COMPASS ROSE   (PREFERRED)</a:t>
            </a:r>
            <a:endParaRPr lang="en-US" sz="760" dirty="0"/>
          </a:p>
        </p:txBody>
      </p:sp>
      <p:sp>
        <p:nvSpPr>
          <p:cNvPr id="11" name="Text 7"/>
          <p:cNvSpPr/>
          <p:nvPr/>
        </p:nvSpPr>
        <p:spPr>
          <a:xfrm>
            <a:off x="548640" y="3017520"/>
            <a:ext cx="1935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Direction, judgement and orientation held under uncertainty. Military without aggression.</a:t>
            </a:r>
            <a:endParaRPr lang="en-US" sz="680" dirty="0"/>
          </a:p>
        </p:txBody>
      </p:sp>
      <p:sp>
        <p:nvSpPr>
          <p:cNvPr id="12" name="Shape 8"/>
          <p:cNvSpPr/>
          <p:nvPr/>
        </p:nvSpPr>
        <p:spPr>
          <a:xfrm>
            <a:off x="2721864" y="1700784"/>
            <a:ext cx="2118360" cy="188366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56" y="1828800"/>
            <a:ext cx="950976" cy="9509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95016" y="2834640"/>
            <a:ext cx="1972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0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SHIELD AND CHEVRON</a:t>
            </a:r>
            <a:endParaRPr lang="en-US" sz="760" dirty="0"/>
          </a:p>
        </p:txBody>
      </p:sp>
      <p:sp>
        <p:nvSpPr>
          <p:cNvPr id="15" name="Text 10"/>
          <p:cNvSpPr/>
          <p:nvPr/>
        </p:nvSpPr>
        <p:spPr>
          <a:xfrm>
            <a:off x="2813304" y="3017520"/>
            <a:ext cx="1935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Protection, resilience and professional Army identity. Clean for official documents.</a:t>
            </a:r>
            <a:endParaRPr lang="en-US" sz="680" dirty="0"/>
          </a:p>
        </p:txBody>
      </p:sp>
      <p:sp>
        <p:nvSpPr>
          <p:cNvPr id="16" name="Shape 11"/>
          <p:cNvSpPr/>
          <p:nvPr/>
        </p:nvSpPr>
        <p:spPr>
          <a:xfrm>
            <a:off x="4986528" y="1700784"/>
            <a:ext cx="2118360" cy="188366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220" y="1828800"/>
            <a:ext cx="950976" cy="9509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59680" y="2834640"/>
            <a:ext cx="1972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0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HELMET</a:t>
            </a:r>
            <a:endParaRPr lang="en-US" sz="760" dirty="0"/>
          </a:p>
        </p:txBody>
      </p:sp>
      <p:sp>
        <p:nvSpPr>
          <p:cNvPr id="19" name="Text 13"/>
          <p:cNvSpPr/>
          <p:nvPr/>
        </p:nvSpPr>
        <p:spPr>
          <a:xfrm>
            <a:off x="5077968" y="3017520"/>
            <a:ext cx="1935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soldier, not the organisation. Minimal profile inside a circular badge.</a:t>
            </a:r>
            <a:endParaRPr lang="en-US" sz="680" dirty="0"/>
          </a:p>
        </p:txBody>
      </p:sp>
      <p:sp>
        <p:nvSpPr>
          <p:cNvPr id="20" name="Shape 14"/>
          <p:cNvSpPr/>
          <p:nvPr/>
        </p:nvSpPr>
        <p:spPr>
          <a:xfrm>
            <a:off x="1589532" y="3730752"/>
            <a:ext cx="2118360" cy="188366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224" y="3858768"/>
            <a:ext cx="950976" cy="95097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62684" y="4864608"/>
            <a:ext cx="1972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0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THREE-PART DEVICE</a:t>
            </a:r>
            <a:endParaRPr lang="en-US" sz="760" dirty="0"/>
          </a:p>
        </p:txBody>
      </p:sp>
      <p:sp>
        <p:nvSpPr>
          <p:cNvPr id="23" name="Text 16"/>
          <p:cNvSpPr/>
          <p:nvPr/>
        </p:nvSpPr>
        <p:spPr>
          <a:xfrm>
            <a:off x="1680972" y="5047488"/>
            <a:ext cx="1935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Prepare, Perform and Recover around a Combat Mindset core.</a:t>
            </a:r>
            <a:endParaRPr lang="en-US" sz="680" dirty="0"/>
          </a:p>
        </p:txBody>
      </p:sp>
      <p:sp>
        <p:nvSpPr>
          <p:cNvPr id="24" name="Shape 17"/>
          <p:cNvSpPr/>
          <p:nvPr/>
        </p:nvSpPr>
        <p:spPr>
          <a:xfrm>
            <a:off x="3854196" y="3730752"/>
            <a:ext cx="2118360" cy="188366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7888" y="3858768"/>
            <a:ext cx="950976" cy="95097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927348" y="4864608"/>
            <a:ext cx="1972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0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MOUNTAIN PEAK</a:t>
            </a:r>
            <a:endParaRPr lang="en-US" sz="760" dirty="0"/>
          </a:p>
        </p:txBody>
      </p:sp>
      <p:sp>
        <p:nvSpPr>
          <p:cNvPr id="27" name="Text 19"/>
          <p:cNvSpPr/>
          <p:nvPr/>
        </p:nvSpPr>
        <p:spPr>
          <a:xfrm>
            <a:off x="3945636" y="5047488"/>
            <a:ext cx="1935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Challenge, perseverance and continual development. Least distinctively military.</a:t>
            </a:r>
            <a:endParaRPr lang="en-US" sz="680" dirty="0"/>
          </a:p>
        </p:txBody>
      </p:sp>
      <p:sp>
        <p:nvSpPr>
          <p:cNvPr id="28" name="Text 20"/>
          <p:cNvSpPr/>
          <p:nvPr/>
        </p:nvSpPr>
        <p:spPr>
          <a:xfrm>
            <a:off x="457200" y="5888736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COMPASS FAMILY  (OPTION 1 DEVELOPED)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57200" y="6163056"/>
            <a:ext cx="2118360" cy="197510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892" y="6291072"/>
            <a:ext cx="950976" cy="95097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0352" y="7315200"/>
            <a:ext cx="1972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780" dirty="0"/>
          </a:p>
        </p:txBody>
      </p:sp>
      <p:sp>
        <p:nvSpPr>
          <p:cNvPr id="32" name="Text 23"/>
          <p:cNvSpPr/>
          <p:nvPr/>
        </p:nvSpPr>
        <p:spPr>
          <a:xfrm>
            <a:off x="548640" y="7626096"/>
            <a:ext cx="193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compass: judgement and direction under pressure.</a:t>
            </a:r>
            <a:endParaRPr lang="en-US" sz="680" dirty="0"/>
          </a:p>
        </p:txBody>
      </p:sp>
      <p:sp>
        <p:nvSpPr>
          <p:cNvPr id="33" name="Shape 24"/>
          <p:cNvSpPr/>
          <p:nvPr/>
        </p:nvSpPr>
        <p:spPr>
          <a:xfrm>
            <a:off x="2721864" y="6163056"/>
            <a:ext cx="2118360" cy="1975104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5556" y="6291072"/>
            <a:ext cx="950976" cy="95097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795016" y="7315200"/>
            <a:ext cx="1972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PRESSURE</a:t>
            </a:r>
            <a:endParaRPr lang="en-US" sz="780" dirty="0"/>
          </a:p>
        </p:txBody>
      </p:sp>
      <p:sp>
        <p:nvSpPr>
          <p:cNvPr id="36" name="Text 26"/>
          <p:cNvSpPr/>
          <p:nvPr/>
        </p:nvSpPr>
        <p:spPr>
          <a:xfrm>
            <a:off x="2813304" y="7626096"/>
            <a:ext cx="193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compass within three arcs: Prepare, Perform, Recover.</a:t>
            </a:r>
            <a:endParaRPr lang="en-US" sz="680" dirty="0"/>
          </a:p>
        </p:txBody>
      </p:sp>
      <p:sp>
        <p:nvSpPr>
          <p:cNvPr id="37" name="Shape 27"/>
          <p:cNvSpPr/>
          <p:nvPr/>
        </p:nvSpPr>
        <p:spPr>
          <a:xfrm>
            <a:off x="4986528" y="6163056"/>
            <a:ext cx="2118360" cy="1975104"/>
          </a:xfrm>
          <a:prstGeom prst="rect">
            <a:avLst/>
          </a:prstGeom>
          <a:solidFill>
            <a:srgbClr val="3A4B00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0220" y="6291072"/>
            <a:ext cx="950976" cy="95097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059680" y="7315200"/>
            <a:ext cx="1972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COMBAT MINDSET FRAMEWORK</a:t>
            </a:r>
            <a:endParaRPr lang="en-US" sz="780" dirty="0"/>
          </a:p>
        </p:txBody>
      </p:sp>
      <p:sp>
        <p:nvSpPr>
          <p:cNvPr id="40" name="Text 29"/>
          <p:cNvSpPr/>
          <p:nvPr/>
        </p:nvSpPr>
        <p:spPr>
          <a:xfrm>
            <a:off x="5077968" y="7626096"/>
            <a:ext cx="193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compass on the organising grid: the system around the soldier.</a:t>
            </a:r>
            <a:endParaRPr lang="en-US" sz="680" dirty="0"/>
          </a:p>
        </p:txBody>
      </p:sp>
      <p:sp>
        <p:nvSpPr>
          <p:cNvPr id="41" name="Text 30"/>
          <p:cNvSpPr/>
          <p:nvPr/>
        </p:nvSpPr>
        <p:spPr>
          <a:xfrm>
            <a:off x="457200" y="8412480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SITU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457200" y="8686800"/>
            <a:ext cx="6647688" cy="438912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" y="8750808"/>
            <a:ext cx="310896" cy="31089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57200" y="8686800"/>
            <a:ext cx="6647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500" dirty="0"/>
          </a:p>
        </p:txBody>
      </p:sp>
      <p:sp>
        <p:nvSpPr>
          <p:cNvPr id="45" name="Shape 33"/>
          <p:cNvSpPr/>
          <p:nvPr/>
        </p:nvSpPr>
        <p:spPr>
          <a:xfrm>
            <a:off x="457200" y="9198864"/>
            <a:ext cx="6647688" cy="438912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" y="9262872"/>
            <a:ext cx="310896" cy="310896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457200" y="9198864"/>
            <a:ext cx="6647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PRESSURE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457200" y="9710928"/>
            <a:ext cx="6647688" cy="438912"/>
          </a:xfrm>
          <a:prstGeom prst="rect">
            <a:avLst/>
          </a:prstGeom>
          <a:solidFill>
            <a:srgbClr val="3A4B00"/>
          </a:solidFill>
          <a:ln/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04" y="9774936"/>
            <a:ext cx="310896" cy="310896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57200" y="9710928"/>
            <a:ext cx="6647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COMBAT MINDSET FRAMEWORK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Army Command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 Mindset Emblem Concepts</dc:title>
  <dc:subject>PptxGenJS Presentation</dc:subject>
  <dc:creator>PptxGenJS</dc:creator>
  <cp:lastModifiedBy>PptxGenJS</cp:lastModifiedBy>
  <cp:revision>1</cp:revision>
  <dcterms:created xsi:type="dcterms:W3CDTF">2026-08-03T03:45:16Z</dcterms:created>
  <dcterms:modified xsi:type="dcterms:W3CDTF">2026-08-03T03:45:16Z</dcterms:modified>
</cp:coreProperties>
</file>