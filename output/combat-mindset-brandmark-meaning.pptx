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UP/2d4cec0e-a52e-5368-bb54-803c6f37698d/scratchpad/logo-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1572768" cy="3803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804672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 BRANDMARK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1152144"/>
            <a:ext cx="6647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led: control, readiness, resilience, decisive action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353312"/>
            <a:ext cx="5184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Command School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641848" y="13533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591056"/>
            <a:ext cx="6647688" cy="25603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737360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 should say controlled capability under pressure, not rage. Nothing here uses skulls, weapons or snarling imagery. Each option is built from three ideas: what surrounds the soldier, what holds at the centre, and what the soldier does about it.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2231136"/>
            <a:ext cx="6647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b="1" spc="140" kern="0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760" dirty="0"/>
          </a:p>
        </p:txBody>
      </p:sp>
      <p:sp>
        <p:nvSpPr>
          <p:cNvPr id="10" name="Shape 7"/>
          <p:cNvSpPr/>
          <p:nvPr/>
        </p:nvSpPr>
        <p:spPr>
          <a:xfrm>
            <a:off x="457200" y="2432304"/>
            <a:ext cx="6647688" cy="248716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651760"/>
            <a:ext cx="2048256" cy="20482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0" y="2825496"/>
            <a:ext cx="45720" cy="137160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13" name="Text 9"/>
          <p:cNvSpPr/>
          <p:nvPr/>
        </p:nvSpPr>
        <p:spPr>
          <a:xfrm>
            <a:off x="3346704" y="27980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arcs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3346704" y="2980944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pressure that surrounds, and the Prepare, Perform, Recover cycle.</a:t>
            </a:r>
            <a:endParaRPr lang="en-US" sz="840" dirty="0"/>
          </a:p>
        </p:txBody>
      </p:sp>
      <p:sp>
        <p:nvSpPr>
          <p:cNvPr id="15" name="Shape 11"/>
          <p:cNvSpPr/>
          <p:nvPr/>
        </p:nvSpPr>
        <p:spPr>
          <a:xfrm>
            <a:off x="3200400" y="3429000"/>
            <a:ext cx="45720" cy="137160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16" name="Text 12"/>
          <p:cNvSpPr/>
          <p:nvPr/>
        </p:nvSpPr>
        <p:spPr>
          <a:xfrm>
            <a:off x="3346704" y="3401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solid core</a:t>
            </a:r>
            <a:endParaRPr lang="en-US" sz="940" dirty="0"/>
          </a:p>
        </p:txBody>
      </p:sp>
      <p:sp>
        <p:nvSpPr>
          <p:cNvPr id="17" name="Text 13"/>
          <p:cNvSpPr/>
          <p:nvPr/>
        </p:nvSpPr>
        <p:spPr>
          <a:xfrm>
            <a:off x="3346704" y="3584448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Self-command. The centre holds while the environment does not.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3200400" y="4032504"/>
            <a:ext cx="45720" cy="137160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19" name="Text 15"/>
          <p:cNvSpPr/>
          <p:nvPr/>
        </p:nvSpPr>
        <p:spPr>
          <a:xfrm>
            <a:off x="3346704" y="4005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forward spearhead</a:t>
            </a:r>
            <a:endParaRPr lang="en-US" sz="940" dirty="0"/>
          </a:p>
        </p:txBody>
      </p:sp>
      <p:sp>
        <p:nvSpPr>
          <p:cNvPr id="20" name="Text 16"/>
          <p:cNvSpPr/>
          <p:nvPr/>
        </p:nvSpPr>
        <p:spPr>
          <a:xfrm>
            <a:off x="3346704" y="4187952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Decisive action, struck in red. The only colour in the mark.</a:t>
            </a:r>
            <a:endParaRPr lang="en-US" sz="840" dirty="0"/>
          </a:p>
        </p:txBody>
      </p:sp>
      <p:sp>
        <p:nvSpPr>
          <p:cNvPr id="21" name="Text 17"/>
          <p:cNvSpPr/>
          <p:nvPr/>
        </p:nvSpPr>
        <p:spPr>
          <a:xfrm>
            <a:off x="3200400" y="4590288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clearly.   Remain controlled.   Act decisively.</a:t>
            </a:r>
            <a:endParaRPr lang="en-US" sz="960" dirty="0"/>
          </a:p>
        </p:txBody>
      </p:sp>
      <p:sp>
        <p:nvSpPr>
          <p:cNvPr id="22" name="Shape 18"/>
          <p:cNvSpPr/>
          <p:nvPr/>
        </p:nvSpPr>
        <p:spPr>
          <a:xfrm>
            <a:off x="457200" y="5047488"/>
            <a:ext cx="156591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B7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83" y="5175504"/>
            <a:ext cx="694944" cy="6949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57200" y="5870448"/>
            <a:ext cx="15659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white</a:t>
            </a:r>
            <a:endParaRPr lang="en-US" sz="660" dirty="0"/>
          </a:p>
        </p:txBody>
      </p:sp>
      <p:sp>
        <p:nvSpPr>
          <p:cNvPr id="25" name="Shape 20"/>
          <p:cNvSpPr/>
          <p:nvPr/>
        </p:nvSpPr>
        <p:spPr>
          <a:xfrm>
            <a:off x="2151126" y="5047488"/>
            <a:ext cx="1565910" cy="106070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609" y="5175504"/>
            <a:ext cx="694944" cy="6949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151126" y="5870448"/>
            <a:ext cx="15659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colour</a:t>
            </a:r>
            <a:endParaRPr lang="en-US" sz="660" dirty="0"/>
          </a:p>
        </p:txBody>
      </p:sp>
      <p:sp>
        <p:nvSpPr>
          <p:cNvPr id="28" name="Shape 22"/>
          <p:cNvSpPr/>
          <p:nvPr/>
        </p:nvSpPr>
        <p:spPr>
          <a:xfrm>
            <a:off x="3845052" y="5047488"/>
            <a:ext cx="1565910" cy="1060704"/>
          </a:xfrm>
          <a:prstGeom prst="rect">
            <a:avLst/>
          </a:prstGeom>
          <a:solidFill>
            <a:srgbClr val="002516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0535" y="5175504"/>
            <a:ext cx="694944" cy="6949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845052" y="5870448"/>
            <a:ext cx="15659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patch</a:t>
            </a:r>
            <a:endParaRPr lang="en-US" sz="660" dirty="0"/>
          </a:p>
        </p:txBody>
      </p:sp>
      <p:sp>
        <p:nvSpPr>
          <p:cNvPr id="31" name="Shape 24"/>
          <p:cNvSpPr/>
          <p:nvPr/>
        </p:nvSpPr>
        <p:spPr>
          <a:xfrm>
            <a:off x="5538978" y="5047488"/>
            <a:ext cx="156591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B7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9053" y="5340096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538978" y="5870448"/>
            <a:ext cx="15659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endParaRPr lang="en-US" sz="660" dirty="0"/>
          </a:p>
        </p:txBody>
      </p:sp>
      <p:sp>
        <p:nvSpPr>
          <p:cNvPr id="34" name="Text 26"/>
          <p:cNvSpPr/>
          <p:nvPr/>
        </p:nvSpPr>
        <p:spPr>
          <a:xfrm>
            <a:off x="457200" y="6327648"/>
            <a:ext cx="6647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b="1" spc="1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</a:t>
            </a:r>
            <a:endParaRPr lang="en-US" sz="760" dirty="0"/>
          </a:p>
        </p:txBody>
      </p:sp>
      <p:sp>
        <p:nvSpPr>
          <p:cNvPr id="35" name="Shape 27"/>
          <p:cNvSpPr/>
          <p:nvPr/>
        </p:nvSpPr>
        <p:spPr>
          <a:xfrm>
            <a:off x="457200" y="6528816"/>
            <a:ext cx="1225296" cy="78638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" y="6592824"/>
            <a:ext cx="658368" cy="65836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828800" y="6656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2962656" y="6638544"/>
            <a:ext cx="4142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Arcs and a solid centre. Self-command while the environment turns chaotic.</a:t>
            </a:r>
            <a:endParaRPr lang="en-US" sz="840" dirty="0"/>
          </a:p>
        </p:txBody>
      </p:sp>
      <p:sp>
        <p:nvSpPr>
          <p:cNvPr id="39" name="Shape 30"/>
          <p:cNvSpPr/>
          <p:nvPr/>
        </p:nvSpPr>
        <p:spPr>
          <a:xfrm>
            <a:off x="457200" y="7424928"/>
            <a:ext cx="1225296" cy="78638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" y="7488936"/>
            <a:ext cx="658368" cy="65836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828800" y="75529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000" dirty="0"/>
          </a:p>
        </p:txBody>
      </p:sp>
      <p:sp>
        <p:nvSpPr>
          <p:cNvPr id="42" name="Text 32"/>
          <p:cNvSpPr/>
          <p:nvPr/>
        </p:nvSpPr>
        <p:spPr>
          <a:xfrm>
            <a:off x="2962656" y="7534656"/>
            <a:ext cx="4142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eye as awareness and threat recognition. Mindset begins with seeing clearly.</a:t>
            </a:r>
            <a:endParaRPr lang="en-US" sz="840" dirty="0"/>
          </a:p>
        </p:txBody>
      </p:sp>
      <p:sp>
        <p:nvSpPr>
          <p:cNvPr id="43" name="Shape 33"/>
          <p:cNvSpPr/>
          <p:nvPr/>
        </p:nvSpPr>
        <p:spPr>
          <a:xfrm>
            <a:off x="457200" y="8321040"/>
            <a:ext cx="1225296" cy="78638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" y="8385048"/>
            <a:ext cx="658368" cy="658368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828800" y="84490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</a:t>
            </a:r>
            <a:endParaRPr lang="en-US" sz="1000" dirty="0"/>
          </a:p>
        </p:txBody>
      </p:sp>
      <p:sp>
        <p:nvSpPr>
          <p:cNvPr id="46" name="Text 35"/>
          <p:cNvSpPr/>
          <p:nvPr/>
        </p:nvSpPr>
        <p:spPr>
          <a:xfrm>
            <a:off x="2962656" y="8430768"/>
            <a:ext cx="4142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line broken by adversity that resets and continues forward, higher each time.</a:t>
            </a:r>
            <a:endParaRPr lang="en-US" sz="840" dirty="0"/>
          </a:p>
        </p:txBody>
      </p:sp>
      <p:sp>
        <p:nvSpPr>
          <p:cNvPr id="47" name="Shape 36"/>
          <p:cNvSpPr/>
          <p:nvPr/>
        </p:nvSpPr>
        <p:spPr>
          <a:xfrm>
            <a:off x="457200" y="9217152"/>
            <a:ext cx="1225296" cy="78638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656" y="9281160"/>
            <a:ext cx="658368" cy="658368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1828800" y="93451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</a:t>
            </a:r>
            <a:endParaRPr lang="en-US" sz="1000" dirty="0"/>
          </a:p>
        </p:txBody>
      </p:sp>
      <p:sp>
        <p:nvSpPr>
          <p:cNvPr id="50" name="Text 38"/>
          <p:cNvSpPr/>
          <p:nvPr/>
        </p:nvSpPr>
        <p:spPr>
          <a:xfrm>
            <a:off x="2962656" y="9326880"/>
            <a:ext cx="4142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shield of restraint with the spearhead of decision cut through it.</a:t>
            </a:r>
            <a:endParaRPr lang="en-US" sz="840" dirty="0"/>
          </a:p>
        </p:txBody>
      </p:sp>
      <p:sp>
        <p:nvSpPr>
          <p:cNvPr id="51" name="Text 39"/>
          <p:cNvSpPr/>
          <p:nvPr/>
        </p:nvSpPr>
        <p:spPr>
          <a:xfrm>
            <a:off x="457200" y="10186416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Note.  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recommended mark carries the three-part story without writing it down, and the arcs give it a quiet link to Prepare, Perform and Recover. It is the only option here that says all three things at once.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Army Command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Combat Mindset Brandmark 3</dc:title>
  <dc:subject>PptxGenJS Presentation</dc:subject>
  <dc:creator>PptxGenJS</dc:creator>
  <cp:lastModifiedBy>PptxGenJS</cp:lastModifiedBy>
  <cp:revision>1</cp:revision>
  <dcterms:created xsi:type="dcterms:W3CDTF">2026-08-05T09:45:08Z</dcterms:created>
  <dcterms:modified xsi:type="dcterms:W3CDTF">2026-08-05T09:45:08Z</dcterms:modified>
</cp:coreProperties>
</file>