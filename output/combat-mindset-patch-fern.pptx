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1572768" cy="380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04672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 PATCH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152144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NZ Army fern, cut into the patch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353312"/>
            <a:ext cx="5184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41848" y="13533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591056"/>
            <a:ext cx="6647688" cy="25603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37360"/>
            <a:ext cx="6647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interior is the fern from the NZ Army logo, traced as a fan of tapering pinnae along a curving frond and cut out of the solid patch. Nothing is invented: the mark borrows the Army's own device and gives it the patch geometry. The leading pinnae are struck in red, the single accent in the mark.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6647688" cy="2286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924" y="2487168"/>
            <a:ext cx="1920240" cy="1920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4700016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TREATMENTS</a:t>
            </a:r>
            <a:endParaRPr lang="en-US" sz="760" dirty="0"/>
          </a:p>
        </p:txBody>
      </p:sp>
      <p:sp>
        <p:nvSpPr>
          <p:cNvPr id="12" name="Shape 8"/>
          <p:cNvSpPr/>
          <p:nvPr/>
        </p:nvSpPr>
        <p:spPr>
          <a:xfrm>
            <a:off x="457200" y="4901184"/>
            <a:ext cx="156591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07" y="5029200"/>
            <a:ext cx="768096" cy="7680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5797296"/>
            <a:ext cx="1565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white</a:t>
            </a:r>
            <a:endParaRPr lang="en-US" sz="660" dirty="0"/>
          </a:p>
        </p:txBody>
      </p:sp>
      <p:sp>
        <p:nvSpPr>
          <p:cNvPr id="15" name="Shape 10"/>
          <p:cNvSpPr/>
          <p:nvPr/>
        </p:nvSpPr>
        <p:spPr>
          <a:xfrm>
            <a:off x="2151126" y="4901184"/>
            <a:ext cx="1565910" cy="1152144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33" y="5029200"/>
            <a:ext cx="768096" cy="7680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1126" y="5797296"/>
            <a:ext cx="1565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Swamp Green</a:t>
            </a:r>
            <a:endParaRPr lang="en-US" sz="660" dirty="0"/>
          </a:p>
        </p:txBody>
      </p:sp>
      <p:sp>
        <p:nvSpPr>
          <p:cNvPr id="18" name="Shape 12"/>
          <p:cNvSpPr/>
          <p:nvPr/>
        </p:nvSpPr>
        <p:spPr>
          <a:xfrm>
            <a:off x="3845052" y="4901184"/>
            <a:ext cx="1565910" cy="115214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959" y="5029200"/>
            <a:ext cx="768096" cy="7680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45052" y="5797296"/>
            <a:ext cx="1565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colour</a:t>
            </a:r>
            <a:endParaRPr lang="en-US" sz="660" dirty="0"/>
          </a:p>
        </p:txBody>
      </p:sp>
      <p:sp>
        <p:nvSpPr>
          <p:cNvPr id="21" name="Shape 14"/>
          <p:cNvSpPr/>
          <p:nvPr/>
        </p:nvSpPr>
        <p:spPr>
          <a:xfrm>
            <a:off x="5538978" y="4901184"/>
            <a:ext cx="156591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885" y="5029200"/>
            <a:ext cx="768096" cy="7680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38978" y="5797296"/>
            <a:ext cx="1565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Red</a:t>
            </a:r>
            <a:endParaRPr lang="en-US" sz="660" dirty="0"/>
          </a:p>
        </p:txBody>
      </p:sp>
      <p:sp>
        <p:nvSpPr>
          <p:cNvPr id="24" name="Text 16"/>
          <p:cNvSpPr/>
          <p:nvPr/>
        </p:nvSpPr>
        <p:spPr>
          <a:xfrm>
            <a:off x="457200" y="6254496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SIZE</a:t>
            </a:r>
            <a:endParaRPr lang="en-US" sz="760" dirty="0"/>
          </a:p>
        </p:txBody>
      </p:sp>
      <p:sp>
        <p:nvSpPr>
          <p:cNvPr id="25" name="Shape 17"/>
          <p:cNvSpPr/>
          <p:nvPr/>
        </p:nvSpPr>
        <p:spPr>
          <a:xfrm>
            <a:off x="457200" y="6455664"/>
            <a:ext cx="66476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6574536"/>
            <a:ext cx="822960" cy="8229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508760" y="7333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mm</a:t>
            </a:r>
            <a:endParaRPr lang="en-US" sz="66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5768" y="6711696"/>
            <a:ext cx="548640" cy="5486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670048" y="7333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mm</a:t>
            </a:r>
            <a:endParaRPr lang="en-US" sz="66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9896" y="6821424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584448" y="7333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mm</a:t>
            </a:r>
            <a:endParaRPr lang="en-US" sz="66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4568" y="6890004"/>
            <a:ext cx="192024" cy="19202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320540" y="7333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mm</a:t>
            </a:r>
            <a:endParaRPr lang="en-US" sz="660" dirty="0"/>
          </a:p>
        </p:txBody>
      </p:sp>
      <p:sp>
        <p:nvSpPr>
          <p:cNvPr id="34" name="Text 22"/>
          <p:cNvSpPr/>
          <p:nvPr/>
        </p:nvSpPr>
        <p:spPr>
          <a:xfrm>
            <a:off x="457200" y="7772400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</a:t>
            </a:r>
            <a:endParaRPr lang="en-US" sz="760" dirty="0"/>
          </a:p>
        </p:txBody>
      </p:sp>
      <p:sp>
        <p:nvSpPr>
          <p:cNvPr id="35" name="Shape 23"/>
          <p:cNvSpPr/>
          <p:nvPr/>
        </p:nvSpPr>
        <p:spPr>
          <a:xfrm>
            <a:off x="457200" y="7973568"/>
            <a:ext cx="3250692" cy="1371600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8275320"/>
            <a:ext cx="768096" cy="768096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609344" y="8385048"/>
            <a:ext cx="19705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400" dirty="0"/>
          </a:p>
        </p:txBody>
      </p:sp>
      <p:sp>
        <p:nvSpPr>
          <p:cNvPr id="38" name="Text 25"/>
          <p:cNvSpPr/>
          <p:nvPr/>
        </p:nvSpPr>
        <p:spPr>
          <a:xfrm>
            <a:off x="1609344" y="8604504"/>
            <a:ext cx="19705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400" dirty="0"/>
          </a:p>
        </p:txBody>
      </p:sp>
      <p:sp>
        <p:nvSpPr>
          <p:cNvPr id="39" name="Shape 26"/>
          <p:cNvSpPr/>
          <p:nvPr/>
        </p:nvSpPr>
        <p:spPr>
          <a:xfrm>
            <a:off x="1609344" y="8860536"/>
            <a:ext cx="548640" cy="21946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40" name="Text 27"/>
          <p:cNvSpPr/>
          <p:nvPr/>
        </p:nvSpPr>
        <p:spPr>
          <a:xfrm>
            <a:off x="457200" y="9107424"/>
            <a:ext cx="32506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Horizontal, for document headers</a:t>
            </a:r>
            <a:endParaRPr lang="en-US" sz="660" dirty="0"/>
          </a:p>
        </p:txBody>
      </p:sp>
      <p:sp>
        <p:nvSpPr>
          <p:cNvPr id="41" name="Shape 28"/>
          <p:cNvSpPr/>
          <p:nvPr/>
        </p:nvSpPr>
        <p:spPr>
          <a:xfrm>
            <a:off x="3854196" y="7973568"/>
            <a:ext cx="3250692" cy="1371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0358" y="8101584"/>
            <a:ext cx="658368" cy="6583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3854196" y="8814816"/>
            <a:ext cx="32506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 MINDSET</a:t>
            </a:r>
            <a:endParaRPr lang="en-US" sz="1150" dirty="0"/>
          </a:p>
        </p:txBody>
      </p:sp>
      <p:sp>
        <p:nvSpPr>
          <p:cNvPr id="44" name="Shape 30"/>
          <p:cNvSpPr/>
          <p:nvPr/>
        </p:nvSpPr>
        <p:spPr>
          <a:xfrm>
            <a:off x="5205222" y="9052560"/>
            <a:ext cx="548640" cy="21946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45" name="Text 31"/>
          <p:cNvSpPr/>
          <p:nvPr/>
        </p:nvSpPr>
        <p:spPr>
          <a:xfrm>
            <a:off x="3854196" y="9107424"/>
            <a:ext cx="32506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Stacked, for covers and slides</a:t>
            </a:r>
            <a:endParaRPr lang="en-US" sz="660" dirty="0"/>
          </a:p>
        </p:txBody>
      </p:sp>
      <p:sp>
        <p:nvSpPr>
          <p:cNvPr id="46" name="Text 32"/>
          <p:cNvSpPr/>
          <p:nvPr/>
        </p:nvSpPr>
        <p:spPr>
          <a:xfrm>
            <a:off x="457200" y="9473184"/>
            <a:ext cx="6647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Note.  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fern here is a trace, close enough to judge the direction. If this is the mark, the final artwork should take the fern outline from the NZ Army master files rather than a redraw, so the two devices match exactly wherever they appear together.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Army Command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 Mindset Patch</dc:title>
  <dc:subject>PptxGenJS Presentation</dc:subject>
  <dc:creator>PptxGenJS</dc:creator>
  <cp:lastModifiedBy>PptxGenJS</cp:lastModifiedBy>
  <cp:revision>1</cp:revision>
  <dcterms:created xsi:type="dcterms:W3CDTF">2026-08-05T09:35:09Z</dcterms:created>
  <dcterms:modified xsi:type="dcterms:W3CDTF">2026-08-05T09:35:09Z</dcterms:modified>
</cp:coreProperties>
</file>