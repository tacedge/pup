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1052474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5212080" y="10524744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board 7  ·  July 2026</a:t>
            </a:r>
            <a:endParaRPr lang="en-US" sz="600" dirty="0"/>
          </a:p>
        </p:txBody>
      </p:sp>
      <p:pic>
        <p:nvPicPr>
          <p:cNvPr id="8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10896"/>
            <a:ext cx="1005840" cy="243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74320"/>
            <a:ext cx="5413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— CLEAN RETICLE CENTRE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691640" y="530352"/>
            <a:ext cx="5413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7G patch chassis retained; sword and taiaha removed; centre replaced with the clean-board reticle. Exploration only.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822960"/>
            <a:ext cx="664768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244" y="1143000"/>
            <a:ext cx="3657600" cy="3657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" y="4937760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9A  FOCUS POINT PATCH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097280" y="5193792"/>
            <a:ext cx="5367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clean focus-point reticle at the heart of the patch: a broken ring gathering on a single red centre — focus held under pressure. No weapons, no letters; one idea.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897880"/>
            <a:ext cx="664768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6217920"/>
            <a:ext cx="1463040" cy="1463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94360" y="777240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— objective centre</a:t>
            </a:r>
            <a:endParaRPr lang="en-US" sz="68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6217920"/>
            <a:ext cx="1463040" cy="1463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788920" y="777240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tonal — subdued field wear</a:t>
            </a:r>
            <a:endParaRPr lang="en-US" sz="68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6217920"/>
            <a:ext cx="1463040" cy="1463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983480" y="777240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ink — embroidery</a:t>
            </a:r>
            <a:endParaRPr lang="en-US" sz="68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7982712"/>
            <a:ext cx="475488" cy="475488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7520" y="8092440"/>
            <a:ext cx="347472" cy="34747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0440" y="818388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977640" y="813816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ladder</a:t>
            </a:r>
            <a:endParaRPr lang="en-US" sz="680" dirty="0"/>
          </a:p>
        </p:txBody>
      </p:sp>
      <p:sp>
        <p:nvSpPr>
          <p:cNvPr id="26" name="Text 16"/>
          <p:cNvSpPr/>
          <p:nvPr/>
        </p:nvSpPr>
        <p:spPr>
          <a:xfrm>
            <a:off x="914400" y="8732520"/>
            <a:ext cx="57332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400"/>
              </a:spcAft>
              <a:buSzPct val="100000"/>
              <a:buChar char="•"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Chassis unchanged from 7G: black disc, Moawhango ring, arc wordmark and tagline.</a:t>
            </a:r>
            <a:endParaRPr lang="en-US" sz="740" dirty="0"/>
          </a:p>
          <a:p>
            <a:pPr algn="l" marL="101600" indent="-101600">
              <a:spcAft>
                <a:spcPts val="400"/>
              </a:spcAft>
              <a:buSzPct val="100000"/>
              <a:buChar char="•"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reticle drawn from the clean brandmark exploration (focus point; objective offered as alternative).</a:t>
            </a:r>
            <a:endParaRPr lang="en-US" sz="740" dirty="0"/>
          </a:p>
          <a:p>
            <a:pPr algn="l" marL="101600" indent="-101600">
              <a:spcAft>
                <a:spcPts val="400"/>
              </a:spcAft>
              <a:buSzPct val="100000"/>
              <a:buChar char="•"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Tagline wording (“Act Decisive” vs “Act decisively”) remains to be confirmed.</a:t>
            </a:r>
            <a:endParaRPr lang="en-US" sz="740" dirty="0"/>
          </a:p>
          <a:p>
            <a:pPr algn="l" marL="101600" indent="-101600">
              <a:spcAft>
                <a:spcPts val="400"/>
              </a:spcAft>
              <a:buSzPct val="100000"/>
              <a:buChar char="•"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marks remain subject to sponsor endorsement and Defence heraldry check.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2026-07-27T08:56:45Z</dcterms:created>
  <dcterms:modified xsi:type="dcterms:W3CDTF">2026-07-27T08:56:45Z</dcterms:modified>
</cp:coreProperties>
</file>